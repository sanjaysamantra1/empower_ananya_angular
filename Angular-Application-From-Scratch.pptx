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4" r:id="rId6"/>
    <p:sldId id="260"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2"/>
  </p:normalViewPr>
  <p:slideViewPr>
    <p:cSldViewPr snapToGrid="0">
      <p:cViewPr varScale="1">
        <p:scale>
          <a:sx n="114" d="100"/>
          <a:sy n="114" d="100"/>
        </p:scale>
        <p:origin x="66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60-minute session: about 20 minutes of concepts, 30 minutes to create and run the app, and 10 minutes for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https://www.freecodecamp.org/news/freecodecamps-new-responsive-web-design-certification-is-now-live ; https://developer.mozilla.org/en-US/docs/Learn_web_development ; https://angular.dev/tutorials/learn-angular . freeCodeCamp certifies web fundamentals; Angular Learn is a tutorial, not a certification.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https://developer.mozilla.org/en-US/docs/Learn_web_development ; https://angular.dev/overview ; https://angular.dev/cli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https://developer.mozilla.org/en-US/docs/Learn_web_development ; https://getbootstrap.com/docs/5.3/getting-started/introduction/ ; https://angular.dev/overview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https://angular.dev/overview ; https://angular.dev/guide/routing ; https://react.dev/ ; https://react.dev/learn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commands and current default file naming: https://angular.dev/installation ; https://angular.dev/cli/new . Follow the interactive defaults for ng new.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 questions about the stack, Angular vs React, and the first project setup. Allow about 10 minutes for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Light - Title with Abstract Border">
    <p:bg>
      <p:bgPr>
        <a:solidFill>
          <a:schemeClr val="bg2"/>
        </a:solidFill>
        <a:effectLst/>
      </p:bgPr>
    </p:bg>
    <p:spTree>
      <p:nvGrpSpPr>
        <p:cNvPr id="1" name=""/>
        <p:cNvGrpSpPr/>
        <p:nvPr/>
      </p:nvGrpSpPr>
      <p:grpSpPr>
        <a:xfrm>
          <a:off x="0" y="0"/>
          <a:ext cx="0" cy="0"/>
          <a:chOff x="0" y="0"/>
          <a:chExt cx="0" cy="0"/>
        </a:xfrm>
      </p:grpSpPr>
      <p:pic>
        <p:nvPicPr>
          <p:cNvPr id="31" name="Abstract Illustration"/>
          <p:cNvPicPr>
            <a:picLocks noChangeAspect="1"/>
          </p:cNvPicPr>
          <p:nvPr/>
        </p:nvPicPr>
        <p:blipFill>
          <a:blip r:embed="rId2"/>
          <a:srcRect/>
          <a:stretch>
            <a:fillRect/>
          </a:stretch>
        </p:blipFill>
        <p:spPr>
          <a:xfrm>
            <a:off x="0" y="0"/>
            <a:ext cx="12192000" cy="6858000"/>
          </a:xfrm>
        </p:spPr>
      </p:pic>
      <p:pic>
        <p:nvPicPr>
          <p:cNvPr id="32" name="OTag"/>
          <p:cNvPicPr>
            <a:picLocks noChangeAspect="1"/>
          </p:cNvPicPr>
          <p:nvPr/>
        </p:nvPicPr>
        <p:blipFill>
          <a:blip r:embed="rId3"/>
          <a:stretch>
            <a:fillRect/>
          </a:stretch>
        </p:blipFill>
        <p:spPr>
          <a:xfrm>
            <a:off x="11183112" y="6355080"/>
            <a:ext cx="502920" cy="502920"/>
          </a:xfrm>
          <a:prstGeom prst="rect">
            <a:avLst/>
          </a:prstGeom>
        </p:spPr>
      </p:pic>
      <p:sp>
        <p:nvSpPr>
          <p:cNvPr id="4" name="Text Field">
            <a:extLst>
              <a:ext uri="{FF2B5EF4-FFF2-40B4-BE49-F238E27FC236}">
                <a16:creationId xmlns:a16="http://schemas.microsoft.com/office/drawing/2014/main" id="{7F29C372-9BB3-B540-BC47-46BD6E59417E}"/>
              </a:ext>
            </a:extLst>
          </p:cNvPr>
          <p:cNvSpPr>
            <a:spLocks noGrp="1"/>
          </p:cNvSpPr>
          <p:nvPr>
            <p:ph type="body" idx="34" hasCustomPrompt="1"/>
          </p:nvPr>
        </p:nvSpPr>
        <p:spPr>
          <a:xfrm>
            <a:off x="1018030" y="4706392"/>
            <a:ext cx="5077970" cy="895181"/>
          </a:xfrm>
        </p:spPr>
        <p:txBody>
          <a:bodyPr>
            <a:noAutofit/>
          </a:bodyPr>
          <a:lstStyle>
            <a:lvl1pPr>
              <a:buNone/>
              <a:defRPr/>
            </a:lvl1pPr>
          </a:lstStyle>
          <a:p>
            <a:pPr lvl="0">
              <a:buNone/>
            </a:pPr>
            <a:r>
              <a:t>Presenter’s Title</a:t>
            </a:r>
          </a:p>
          <a:p>
            <a:pPr lvl="0">
              <a:buNone/>
            </a:pPr>
            <a:r>
              <a:t>Organization, Division or Business Unit</a:t>
            </a:r>
          </a:p>
          <a:p>
            <a:pPr lvl="0">
              <a:buNone/>
            </a:pPr>
            <a:r>
              <a:t>Month 00, 2019</a:t>
            </a:r>
          </a:p>
        </p:txBody>
      </p:sp>
      <p:sp>
        <p:nvSpPr>
          <p:cNvPr id="15" name="Text Field">
            <a:extLst>
              <a:ext uri="{FF2B5EF4-FFF2-40B4-BE49-F238E27FC236}">
                <a16:creationId xmlns:a16="http://schemas.microsoft.com/office/drawing/2014/main" id="{5EDA7B8D-9195-5945-993F-1344630DF996}"/>
              </a:ext>
            </a:extLst>
          </p:cNvPr>
          <p:cNvSpPr>
            <a:spLocks noGrp="1"/>
          </p:cNvSpPr>
          <p:nvPr>
            <p:ph type="body" idx="35" hasCustomPrompt="1"/>
          </p:nvPr>
        </p:nvSpPr>
        <p:spPr>
          <a:xfrm>
            <a:off x="1018030" y="4368799"/>
            <a:ext cx="5077970" cy="266291"/>
          </a:xfrm>
        </p:spPr>
        <p:txBody>
          <a:bodyPr>
            <a:noAutofit/>
          </a:bodyPr>
          <a:lstStyle>
            <a:lvl1pPr>
              <a:buNone/>
              <a:defRPr b="1"/>
            </a:lvl1pPr>
          </a:lstStyle>
          <a:p>
            <a:pPr lvl="0">
              <a:buNone/>
            </a:pPr>
            <a:r>
              <a:t>Name</a:t>
            </a:r>
          </a:p>
        </p:txBody>
      </p:sp>
      <p:sp>
        <p:nvSpPr>
          <p:cNvPr id="18" name="Accent Mark">
            <a:extLst>
              <a:ext uri="{FF2B5EF4-FFF2-40B4-BE49-F238E27FC236}">
                <a16:creationId xmlns:a16="http://schemas.microsoft.com/office/drawing/2014/main" id="{0E14B433-9C9D-4FE5-8C09-EF2DCF42DE5B}"/>
              </a:ext>
            </a:extLst>
          </p:cNvPr>
          <p:cNvSpPr>
            <a:spLocks noGrp="1"/>
          </p:cNvSpPr>
          <p:nvPr/>
        </p:nvSpPr>
        <p:spPr>
          <a:xfrm flipH="1">
            <a:off x="1018030" y="4114800"/>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txBody>
          <a:bodyPr/>
          <a:lstStyle/>
          <a:p>
            <a:endParaRPr lang="en-US"/>
          </a:p>
        </p:txBody>
      </p:sp>
      <p:sp>
        <p:nvSpPr>
          <p:cNvPr id="27" name="Subhead">
            <a:extLst>
              <a:ext uri="{FF2B5EF4-FFF2-40B4-BE49-F238E27FC236}">
                <a16:creationId xmlns:a16="http://schemas.microsoft.com/office/drawing/2014/main" id="{12EB3548-39AB-5846-A4F6-A7D8515AEE59}"/>
              </a:ext>
            </a:extLst>
          </p:cNvPr>
          <p:cNvSpPr>
            <a:spLocks noGrp="1"/>
          </p:cNvSpPr>
          <p:nvPr>
            <p:ph type="body" idx="33" hasCustomPrompt="1"/>
          </p:nvPr>
        </p:nvSpPr>
        <p:spPr>
          <a:xfrm>
            <a:off x="1018030" y="3519553"/>
            <a:ext cx="10158984" cy="341247"/>
          </a:xfrm>
          <a:prstGeom prst="rect">
            <a:avLst/>
          </a:prstGeom>
        </p:spPr>
        <p:txBody>
          <a:bodyPr>
            <a:noAutofit/>
          </a:bodyPr>
          <a:lstStyle>
            <a:lvl1pPr marL="0" marR="0" indent="0" algn="l" defTabSz="914400">
              <a:lnSpc>
                <a:spcPct val="90000"/>
              </a:lnSpc>
              <a:spcBef>
                <a:spcPts val="1000"/>
              </a:spcBef>
              <a:spcAft>
                <a:spcPts val="0"/>
              </a:spcAft>
              <a:buClrTx/>
              <a:buSzTx/>
              <a:buFont typeface="Arial"/>
              <a:buNone/>
              <a:defRPr sz="2400" b="0">
                <a:solidFill>
                  <a:schemeClr val="accent5"/>
                </a:solidFill>
              </a:defRPr>
            </a:lvl1pPr>
          </a:lstStyle>
          <a:p>
            <a:pPr marL="0" marR="0" lvl="0" indent="0" algn="l" defTabSz="914400">
              <a:lnSpc>
                <a:spcPct val="90000"/>
              </a:lnSpc>
              <a:spcBef>
                <a:spcPts val="1000"/>
              </a:spcBef>
              <a:spcAft>
                <a:spcPts val="0"/>
              </a:spcAft>
              <a:buClrTx/>
              <a:buSzTx/>
              <a:buFont typeface="Arial"/>
              <a:buNone/>
            </a:pPr>
            <a:r>
              <a:t>Subhead goes here on one line</a:t>
            </a:r>
          </a:p>
        </p:txBody>
      </p:sp>
      <p:sp>
        <p:nvSpPr>
          <p:cNvPr id="26" name="Title">
            <a:extLst>
              <a:ext uri="{FF2B5EF4-FFF2-40B4-BE49-F238E27FC236}">
                <a16:creationId xmlns:a16="http://schemas.microsoft.com/office/drawing/2014/main" id="{2E021ED4-814D-9648-831F-EDE24ED2D4F8}"/>
              </a:ext>
            </a:extLst>
          </p:cNvPr>
          <p:cNvSpPr>
            <a:spLocks noGrp="1"/>
          </p:cNvSpPr>
          <p:nvPr>
            <p:ph type="ctrTitle" hasCustomPrompt="1"/>
          </p:nvPr>
        </p:nvSpPr>
        <p:spPr>
          <a:xfrm>
            <a:off x="1018030" y="2459230"/>
            <a:ext cx="10158984" cy="1025922"/>
          </a:xfrm>
        </p:spPr>
        <p:txBody>
          <a:bodyPr wrap="square" anchor="b">
            <a:noAutofit/>
          </a:bodyPr>
          <a:lstStyle>
            <a:lvl1pPr algn="l">
              <a:lnSpc>
                <a:spcPts val="4000"/>
              </a:lnSpc>
              <a:buNone/>
              <a:defRPr sz="4000" b="0">
                <a:latin typeface="Georgia"/>
                <a:ea typeface="Georgia"/>
                <a:cs typeface="Georgia"/>
              </a:defRPr>
            </a:lvl1pPr>
          </a:lstStyle>
          <a:p>
            <a:r>
              <a:t>Title goes here (up to two lines) </a:t>
            </a:r>
            <a:br/>
            <a:r>
              <a:t>Georgia Regular 40pt</a:t>
            </a:r>
          </a:p>
        </p:txBody>
      </p:sp>
      <p:pic>
        <p:nvPicPr>
          <p:cNvPr id="38" name="Oracle Logo"/>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Light - Title">
    <p:bg>
      <p:bgPr>
        <a:solidFill>
          <a:schemeClr val="bg2"/>
        </a:solidFill>
        <a:effectLst/>
      </p:bgPr>
    </p:bg>
    <p:spTree>
      <p:nvGrpSpPr>
        <p:cNvPr id="1" name=""/>
        <p:cNvGrpSpPr/>
        <p:nvPr/>
      </p:nvGrpSpPr>
      <p:grpSpPr>
        <a:xfrm>
          <a:off x="0" y="0"/>
          <a:ext cx="0" cy="0"/>
          <a:chOff x="0" y="0"/>
          <a:chExt cx="0" cy="0"/>
        </a:xfrm>
      </p:grpSpPr>
      <p:pic>
        <p:nvPicPr>
          <p:cNvPr id="30" name="Data Texture Cloud"/>
          <p:cNvPicPr>
            <a:picLocks noChangeAspect="1"/>
          </p:cNvPicPr>
          <p:nvPr/>
        </p:nvPicPr>
        <p:blipFill rotWithShape="1">
          <a:blip r:embed="rId2"/>
          <a:srcRect l="32844" r="-322"/>
          <a:stretch/>
        </p:blipFill>
        <p:spPr>
          <a:xfrm flipH="1">
            <a:off x="8700654" y="248024"/>
            <a:ext cx="3491346" cy="1957206"/>
          </a:xfrm>
          <a:prstGeom prst="rect">
            <a:avLst/>
          </a:prstGeom>
        </p:spPr>
      </p:pic>
      <p:pic>
        <p:nvPicPr>
          <p:cNvPr id="31" name="OTag"/>
          <p:cNvPicPr>
            <a:picLocks noChangeAspect="1"/>
          </p:cNvPicPr>
          <p:nvPr/>
        </p:nvPicPr>
        <p:blipFill>
          <a:blip r:embed="rId3"/>
          <a:stretch>
            <a:fillRect/>
          </a:stretch>
        </p:blipFill>
        <p:spPr>
          <a:xfrm>
            <a:off x="11183112" y="6355080"/>
            <a:ext cx="502920" cy="502920"/>
          </a:xfrm>
          <a:prstGeom prst="rect">
            <a:avLst/>
          </a:prstGeom>
        </p:spPr>
      </p:pic>
      <p:sp>
        <p:nvSpPr>
          <p:cNvPr id="10" name="Text Field">
            <a:extLst>
              <a:ext uri="{FF2B5EF4-FFF2-40B4-BE49-F238E27FC236}">
                <a16:creationId xmlns:a16="http://schemas.microsoft.com/office/drawing/2014/main" id="{A57492F9-1AD2-9346-9BB6-C0CF36DEF5ED}"/>
              </a:ext>
            </a:extLst>
          </p:cNvPr>
          <p:cNvSpPr>
            <a:spLocks noGrp="1"/>
          </p:cNvSpPr>
          <p:nvPr>
            <p:ph type="body" idx="34" hasCustomPrompt="1"/>
          </p:nvPr>
        </p:nvSpPr>
        <p:spPr>
          <a:xfrm>
            <a:off x="1018030" y="4706392"/>
            <a:ext cx="5077970" cy="895181"/>
          </a:xfrm>
        </p:spPr>
        <p:txBody>
          <a:bodyPr>
            <a:noAutofit/>
          </a:bodyPr>
          <a:lstStyle>
            <a:lvl1pPr>
              <a:buNone/>
              <a:defRPr/>
            </a:lvl1pPr>
          </a:lstStyle>
          <a:p>
            <a:pPr lvl="0">
              <a:buNone/>
            </a:pPr>
            <a:r>
              <a:t>Presenter’s Title</a:t>
            </a:r>
          </a:p>
          <a:p>
            <a:pPr lvl="0">
              <a:buNone/>
            </a:pPr>
            <a:r>
              <a:t>Organization, Division or Business Unit</a:t>
            </a:r>
          </a:p>
          <a:p>
            <a:pPr lvl="0">
              <a:buNone/>
            </a:pPr>
            <a:r>
              <a:t>Month 00, 2019</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idx="35" hasCustomPrompt="1"/>
          </p:nvPr>
        </p:nvSpPr>
        <p:spPr>
          <a:xfrm>
            <a:off x="1018030" y="4368799"/>
            <a:ext cx="5077970" cy="266291"/>
          </a:xfrm>
        </p:spPr>
        <p:txBody>
          <a:bodyPr>
            <a:noAutofit/>
          </a:bodyPr>
          <a:lstStyle>
            <a:lvl1pPr>
              <a:buNone/>
              <a:defRPr b="1"/>
            </a:lvl1pPr>
          </a:lstStyle>
          <a:p>
            <a:pPr lvl="0">
              <a:buNone/>
            </a:pPr>
            <a:r>
              <a:t>Name</a:t>
            </a:r>
          </a:p>
        </p:txBody>
      </p:sp>
      <p:sp>
        <p:nvSpPr>
          <p:cNvPr id="26" name="Accent Mark">
            <a:extLst>
              <a:ext uri="{FF2B5EF4-FFF2-40B4-BE49-F238E27FC236}">
                <a16:creationId xmlns:a16="http://schemas.microsoft.com/office/drawing/2014/main" id="{3C0954F5-675B-492D-A7F7-F6A578C1A204}"/>
              </a:ext>
            </a:extLst>
          </p:cNvPr>
          <p:cNvSpPr>
            <a:spLocks noGrp="1"/>
          </p:cNvSpPr>
          <p:nvPr/>
        </p:nvSpPr>
        <p:spPr>
          <a:xfrm flipH="1">
            <a:off x="1018030" y="4114800"/>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25" name="Subhead">
            <a:extLst>
              <a:ext uri="{FF2B5EF4-FFF2-40B4-BE49-F238E27FC236}">
                <a16:creationId xmlns:a16="http://schemas.microsoft.com/office/drawing/2014/main" id="{DE85AE1C-733D-7244-A6DA-C3ADBC76ED0C}"/>
              </a:ext>
            </a:extLst>
          </p:cNvPr>
          <p:cNvSpPr>
            <a:spLocks noGrp="1"/>
          </p:cNvSpPr>
          <p:nvPr>
            <p:ph type="body" idx="33" hasCustomPrompt="1"/>
          </p:nvPr>
        </p:nvSpPr>
        <p:spPr>
          <a:xfrm>
            <a:off x="1018030" y="3519553"/>
            <a:ext cx="10158984" cy="341247"/>
          </a:xfrm>
          <a:prstGeom prst="rect">
            <a:avLst/>
          </a:prstGeom>
        </p:spPr>
        <p:txBody>
          <a:bodyPr>
            <a:noAutofit/>
          </a:bodyPr>
          <a:lstStyle>
            <a:lvl1pPr marL="0" marR="0" indent="0" algn="l" defTabSz="914400">
              <a:lnSpc>
                <a:spcPct val="90000"/>
              </a:lnSpc>
              <a:spcBef>
                <a:spcPts val="1000"/>
              </a:spcBef>
              <a:spcAft>
                <a:spcPts val="0"/>
              </a:spcAft>
              <a:buClrTx/>
              <a:buSzTx/>
              <a:buFont typeface="Arial"/>
              <a:buNone/>
              <a:defRPr sz="2400" b="0">
                <a:solidFill>
                  <a:schemeClr val="accent5"/>
                </a:solidFill>
              </a:defRPr>
            </a:lvl1pPr>
          </a:lstStyle>
          <a:p>
            <a:pPr marL="0" marR="0" lvl="0" indent="0" algn="l" defTabSz="914400">
              <a:lnSpc>
                <a:spcPct val="90000"/>
              </a:lnSpc>
              <a:spcBef>
                <a:spcPts val="1000"/>
              </a:spcBef>
              <a:spcAft>
                <a:spcPts val="0"/>
              </a:spcAft>
              <a:buClrTx/>
              <a:buSzTx/>
              <a:buFont typeface="Arial"/>
              <a:buNone/>
            </a:pPr>
            <a:r>
              <a:t>Subhead goes here on one line</a:t>
            </a:r>
          </a:p>
        </p:txBody>
      </p:sp>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459230"/>
            <a:ext cx="10158984" cy="1025922"/>
          </a:xfrm>
        </p:spPr>
        <p:txBody>
          <a:bodyPr wrap="square" anchor="b">
            <a:noAutofit/>
          </a:bodyPr>
          <a:lstStyle>
            <a:lvl1pPr algn="l">
              <a:lnSpc>
                <a:spcPts val="4000"/>
              </a:lnSpc>
              <a:buNone/>
              <a:defRPr sz="4000" b="0">
                <a:latin typeface="Georgia"/>
                <a:ea typeface="Georgia"/>
                <a:cs typeface="Georgia"/>
              </a:defRPr>
            </a:lvl1pPr>
          </a:lstStyle>
          <a:p>
            <a:r>
              <a:t>Title goes here (up to two lines) </a:t>
            </a:r>
            <a:br/>
            <a:r>
              <a:t>Georgia Regular 40pt</a:t>
            </a:r>
          </a:p>
        </p:txBody>
      </p:sp>
      <p:pic>
        <p:nvPicPr>
          <p:cNvPr id="37" name="Oracle Logo"/>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Light - Safe Harbor">
    <p:bg>
      <p:bgPr>
        <a:solidFill>
          <a:schemeClr val="bg2"/>
        </a:solidFill>
        <a:effectLst/>
      </p:bgPr>
    </p:bg>
    <p:spTree>
      <p:nvGrpSpPr>
        <p:cNvPr id="1" name=""/>
        <p:cNvGrpSpPr/>
        <p:nvPr/>
      </p:nvGrpSpPr>
      <p:grpSpPr>
        <a:xfrm>
          <a:off x="0" y="0"/>
          <a:ext cx="0" cy="0"/>
          <a:chOff x="0" y="0"/>
          <a:chExt cx="0" cy="0"/>
        </a:xfrm>
      </p:grpSpPr>
      <p:pic>
        <p:nvPicPr>
          <p:cNvPr id="37" name="Data Texture Cloud"/>
          <p:cNvPicPr>
            <a:picLocks noChangeAspect="1"/>
          </p:cNvPicPr>
          <p:nvPr/>
        </p:nvPicPr>
        <p:blipFill rotWithShape="1">
          <a:blip r:embed="rId2">
            <a:alphaModFix amt="80000"/>
          </a:blip>
          <a:srcRect r="48609"/>
          <a:stretch/>
        </p:blipFill>
        <p:spPr>
          <a:xfrm>
            <a:off x="9881411" y="521208"/>
            <a:ext cx="2310589" cy="1700784"/>
          </a:xfrm>
          <a:prstGeom prst="rect">
            <a:avLst/>
          </a:prstGeom>
        </p:spPr>
      </p:pic>
      <p:pic>
        <p:nvPicPr>
          <p:cNvPr id="38" name="OTag"/>
          <p:cNvPicPr>
            <a:picLocks noChangeAspect="1"/>
          </p:cNvPicPr>
          <p:nvPr/>
        </p:nvPicPr>
        <p:blipFill>
          <a:blip r:embed="rId3"/>
          <a:stretch>
            <a:fillRect/>
          </a:stretch>
        </p:blipFill>
        <p:spPr>
          <a:xfrm>
            <a:off x="11183112" y="6355080"/>
            <a:ext cx="502920" cy="502920"/>
          </a:xfrm>
          <a:prstGeom prst="rect">
            <a:avLst/>
          </a:prstGeom>
        </p:spPr>
      </p:pic>
      <p:sp>
        <p:nvSpPr>
          <p:cNvPr id="16" name="Footer">
            <a:extLst>
              <a:ext uri="{FF2B5EF4-FFF2-40B4-BE49-F238E27FC236}">
                <a16:creationId xmlns:a16="http://schemas.microsoft.com/office/drawing/2014/main" id="{7BC9362C-AFA6-F540-9D01-A62EB6756A29}"/>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10" name="Slide Number">
            <a:extLst>
              <a:ext uri="{FF2B5EF4-FFF2-40B4-BE49-F238E27FC236}">
                <a16:creationId xmlns:a16="http://schemas.microsoft.com/office/drawing/2014/main" id="{1E5257D9-94BC-EA48-90D5-9C33C6B01320}"/>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14" name="Text Field">
            <a:extLst>
              <a:ext uri="{FF2B5EF4-FFF2-40B4-BE49-F238E27FC236}">
                <a16:creationId xmlns:a16="http://schemas.microsoft.com/office/drawing/2014/main" id="{EA78FDD8-084D-2D41-A37D-7DE0C431B1DA}"/>
              </a:ext>
            </a:extLst>
          </p:cNvPr>
          <p:cNvSpPr>
            <a:spLocks noGrp="1"/>
          </p:cNvSpPr>
          <p:nvPr/>
        </p:nvSpPr>
        <p:spPr>
          <a:xfrm>
            <a:off x="758952" y="1837944"/>
            <a:ext cx="10671048" cy="1318887"/>
          </a:xfrm>
          <a:prstGeom prst="rect">
            <a:avLst/>
          </a:prstGeom>
          <a:noFill/>
        </p:spPr>
        <p:txBody>
          <a:bodyPr wrap="square" lIns="0" tIns="0" rIns="0" bIns="0">
            <a:spAutoFit/>
          </a:bodyPr>
          <a:lstStyle/>
          <a:p>
            <a:pPr>
              <a:lnSpc>
                <a:spcPct val="95000"/>
              </a:lnSpc>
              <a:spcBef>
                <a:spcPts val="1200"/>
              </a:spcBef>
              <a:buNone/>
            </a:pPr>
            <a:r>
              <a:rPr>
                <a:solidFill>
                  <a:schemeClr val="tx2"/>
                </a:solidFill>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
        <p:nvSpPr>
          <p:cNvPr id="33" name="Accent Mark">
            <a:extLst>
              <a:ext uri="{FF2B5EF4-FFF2-40B4-BE49-F238E27FC236}">
                <a16:creationId xmlns:a16="http://schemas.microsoft.com/office/drawing/2014/main" id="{21AD8C4E-B369-47E2-867B-47F94CD7A9F8}"/>
              </a:ext>
            </a:extLst>
          </p:cNvPr>
          <p:cNvSpPr>
            <a:spLocks noGrp="1"/>
          </p:cNvSpPr>
          <p:nvPr/>
        </p:nvSpPr>
        <p:spPr>
          <a:xfrm flipH="1">
            <a:off x="768095" y="1584959"/>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13" name="Title">
            <a:extLst>
              <a:ext uri="{FF2B5EF4-FFF2-40B4-BE49-F238E27FC236}">
                <a16:creationId xmlns:a16="http://schemas.microsoft.com/office/drawing/2014/main" id="{F7C5FACA-CB69-F341-96EC-260102929140}"/>
              </a:ext>
            </a:extLst>
          </p:cNvPr>
          <p:cNvSpPr>
            <a:spLocks noGrp="1"/>
          </p:cNvSpPr>
          <p:nvPr/>
        </p:nvSpPr>
        <p:spPr>
          <a:xfrm>
            <a:off x="762000" y="508000"/>
            <a:ext cx="10671048" cy="822960"/>
          </a:xfrm>
          <a:prstGeom prst="rect">
            <a:avLst/>
          </a:prstGeom>
        </p:spPr>
        <p:txBody>
          <a:bodyPr vert="horz" lIns="0" tIns="0" rIns="0" bIns="0" anchor="b">
            <a:noAutofit/>
          </a:bodyPr>
          <a:lstStyle>
            <a:lvl1pPr indent="0">
              <a:lnSpc>
                <a:spcPct val="95000"/>
              </a:lnSpc>
              <a:spcBef>
                <a:spcPts val="1000"/>
              </a:spcBef>
              <a:buFont typeface="Arial"/>
              <a:buNone/>
              <a:defRPr sz="2400" b="1" i="0" baseline="0">
                <a:solidFill>
                  <a:schemeClr val="bg1"/>
                </a:solidFill>
                <a:latin typeface="Oracle Sans"/>
                <a:ea typeface="Oracle Sans"/>
                <a:cs typeface="Oracle Sans"/>
              </a:defRPr>
            </a:lvl1pPr>
          </a:lstStyle>
          <a:p>
            <a:pPr lvl="0">
              <a:buNone/>
            </a:pPr>
            <a:r>
              <a:rPr>
                <a:solidFill>
                  <a:schemeClr val="tx2"/>
                </a:solidFill>
              </a:rPr>
              <a:t>Safe harbor statement</a:t>
            </a:r>
          </a:p>
        </p:txBody>
      </p:sp>
      <p:pic>
        <p:nvPicPr>
          <p:cNvPr id="44" name="Abstract Pattern Strip"/>
          <p:cNvPicPr>
            <a:picLocks noChangeAspect="1"/>
          </p:cNvPicPr>
          <p:nvPr/>
        </p:nvPicPr>
        <p:blipFill>
          <a:blip r:embed="rId4"/>
          <a:stretch>
            <a:fillRect/>
          </a:stretch>
        </p:blipFill>
        <p:spPr>
          <a:xfrm>
            <a:off x="0" y="0"/>
            <a:ext cx="12192000" cy="254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Light - Remote Speaker">
    <p:bg>
      <p:bgPr>
        <a:solidFill>
          <a:schemeClr val="bg2"/>
        </a:solidFill>
        <a:effectLst/>
      </p:bgPr>
    </p:bg>
    <p:spTree>
      <p:nvGrpSpPr>
        <p:cNvPr id="1" name=""/>
        <p:cNvGrpSpPr/>
        <p:nvPr/>
      </p:nvGrpSpPr>
      <p:grpSpPr>
        <a:xfrm>
          <a:off x="0" y="0"/>
          <a:ext cx="0" cy="0"/>
          <a:chOff x="0" y="0"/>
          <a:chExt cx="0" cy="0"/>
        </a:xfrm>
      </p:grpSpPr>
      <p:pic>
        <p:nvPicPr>
          <p:cNvPr id="26" name="Data Texture Image"/>
          <p:cNvPicPr>
            <a:picLocks noChangeAspect="1"/>
          </p:cNvPicPr>
          <p:nvPr/>
        </p:nvPicPr>
        <p:blipFill rotWithShape="1">
          <a:blip r:embed="rId2">
            <a:alphaModFix amt="30000"/>
          </a:blip>
          <a:srcRect r="60000"/>
          <a:stretch/>
        </p:blipFill>
        <p:spPr>
          <a:xfrm>
            <a:off x="0" y="0"/>
            <a:ext cx="4876800" cy="6858000"/>
          </a:xfrm>
          <a:prstGeom prst="rect">
            <a:avLst/>
          </a:prstGeom>
        </p:spPr>
      </p:pic>
      <p:pic>
        <p:nvPicPr>
          <p:cNvPr id="27" name="OTag"/>
          <p:cNvPicPr>
            <a:picLocks noChangeAspect="1"/>
          </p:cNvPicPr>
          <p:nvPr/>
        </p:nvPicPr>
        <p:blipFill>
          <a:blip r:embed="rId3"/>
          <a:stretch>
            <a:fillRect/>
          </a:stretch>
        </p:blipFill>
        <p:spPr>
          <a:xfrm>
            <a:off x="11183112" y="6355080"/>
            <a:ext cx="502920" cy="502920"/>
          </a:xfrm>
          <a:prstGeom prst="rect">
            <a:avLst/>
          </a:prstGeom>
        </p:spPr>
      </p:pic>
      <p:sp>
        <p:nvSpPr>
          <p:cNvPr id="16" name="Footer">
            <a:extLst>
              <a:ext uri="{FF2B5EF4-FFF2-40B4-BE49-F238E27FC236}">
                <a16:creationId xmlns:a16="http://schemas.microsoft.com/office/drawing/2014/main" id="{A8C8B17C-79D1-7649-B765-8FC10C5F39B8}"/>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13" name="Slide Number">
            <a:extLst>
              <a:ext uri="{FF2B5EF4-FFF2-40B4-BE49-F238E27FC236}">
                <a16:creationId xmlns:a16="http://schemas.microsoft.com/office/drawing/2014/main" id="{92A4D63A-A370-2A4C-A33C-8C21ECFC1017}"/>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21" name="Text Field">
            <a:extLst>
              <a:ext uri="{FF2B5EF4-FFF2-40B4-BE49-F238E27FC236}">
                <a16:creationId xmlns:a16="http://schemas.microsoft.com/office/drawing/2014/main" id="{517ED098-6976-5549-9CFB-EE89734AF8D4}"/>
              </a:ext>
            </a:extLst>
          </p:cNvPr>
          <p:cNvSpPr>
            <a:spLocks noGrp="1"/>
          </p:cNvSpPr>
          <p:nvPr>
            <p:ph type="body" idx="16" hasCustomPrompt="1"/>
          </p:nvPr>
        </p:nvSpPr>
        <p:spPr>
          <a:xfrm>
            <a:off x="5126737" y="3682683"/>
            <a:ext cx="6297168" cy="1132486"/>
          </a:xfrm>
          <a:prstGeom prst="rect">
            <a:avLst/>
          </a:prstGeom>
        </p:spPr>
        <p:txBody>
          <a:bodyPr lIns="0" tIns="0" rIns="0" bIns="0">
            <a:normAutofit/>
          </a:bodyPr>
          <a:lstStyle>
            <a:lvl1pPr>
              <a:buNone/>
              <a:defRPr sz="2000"/>
            </a:lvl1pPr>
          </a:lstStyle>
          <a:p>
            <a:pPr lvl="0">
              <a:buNone/>
            </a:pPr>
            <a:r>
              <a:t>Title</a:t>
            </a:r>
          </a:p>
          <a:p>
            <a:pPr lvl="0">
              <a:buNone/>
            </a:pPr>
            <a:r>
              <a:t>Company</a:t>
            </a:r>
          </a:p>
          <a:p>
            <a:pPr lvl="0">
              <a:buNone/>
            </a:pPr>
            <a:r>
              <a:t>Date</a:t>
            </a:r>
          </a:p>
        </p:txBody>
      </p:sp>
      <p:sp>
        <p:nvSpPr>
          <p:cNvPr id="22" name="Accent Mark">
            <a:extLst>
              <a:ext uri="{FF2B5EF4-FFF2-40B4-BE49-F238E27FC236}">
                <a16:creationId xmlns:a16="http://schemas.microsoft.com/office/drawing/2014/main" id="{D97C28EB-33C5-404B-9C3D-977FF70C1444}"/>
              </a:ext>
            </a:extLst>
          </p:cNvPr>
          <p:cNvSpPr>
            <a:spLocks noGrp="1"/>
          </p:cNvSpPr>
          <p:nvPr/>
        </p:nvSpPr>
        <p:spPr>
          <a:xfrm flipH="1">
            <a:off x="5132832" y="3428683"/>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20" name="Title">
            <a:extLst>
              <a:ext uri="{FF2B5EF4-FFF2-40B4-BE49-F238E27FC236}">
                <a16:creationId xmlns:a16="http://schemas.microsoft.com/office/drawing/2014/main" id="{D94542D5-A1D6-E542-963D-B72B60EDE019}"/>
              </a:ext>
            </a:extLst>
          </p:cNvPr>
          <p:cNvSpPr>
            <a:spLocks noGrp="1"/>
          </p:cNvSpPr>
          <p:nvPr>
            <p:ph type="title" hasCustomPrompt="1"/>
          </p:nvPr>
        </p:nvSpPr>
        <p:spPr>
          <a:xfrm>
            <a:off x="5126736" y="2351724"/>
            <a:ext cx="6297167" cy="822960"/>
          </a:xfrm>
        </p:spPr>
        <p:txBody>
          <a:bodyPr vert="horz" lIns="0" tIns="0" rIns="0" bIns="0" anchor="b">
            <a:noAutofit/>
          </a:bodyPr>
          <a:lstStyle>
            <a:lvl1pPr>
              <a:buNone/>
              <a:defRPr sz="2400" b="1" i="0" baseline="0">
                <a:latin typeface="Oracle Sans"/>
                <a:ea typeface="Oracle Sans"/>
                <a:cs typeface="Oracle Sans"/>
              </a:defRPr>
            </a:lvl1pPr>
          </a:lstStyle>
          <a:p>
            <a:pPr marL="0" lvl="0" indent="0">
              <a:spcBef>
                <a:spcPts val="1000"/>
              </a:spcBef>
              <a:buFont typeface="Arial"/>
              <a:buNone/>
            </a:pPr>
            <a:r>
              <a:t>Add title here. Also remove/replace placeholder image as needed.</a:t>
            </a:r>
          </a:p>
        </p:txBody>
      </p:sp>
      <p:pic>
        <p:nvPicPr>
          <p:cNvPr id="33" name="Abstract Pattern Strip"/>
          <p:cNvPicPr>
            <a:picLocks noChangeAspect="1"/>
          </p:cNvPicPr>
          <p:nvPr/>
        </p:nvPicPr>
        <p:blipFill>
          <a:blip r:embed="rId4"/>
          <a:stretch>
            <a:fillRect/>
          </a:stretch>
        </p:blipFill>
        <p:spPr>
          <a:xfrm>
            <a:off x="0" y="0"/>
            <a:ext cx="12192000" cy="2540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Light - Numbered Outline">
    <p:bg>
      <p:bgPr>
        <a:solidFill>
          <a:schemeClr val="bg2"/>
        </a:solidFill>
        <a:effectLst/>
      </p:bgPr>
    </p:bg>
    <p:spTree>
      <p:nvGrpSpPr>
        <p:cNvPr id="1" name=""/>
        <p:cNvGrpSpPr/>
        <p:nvPr/>
      </p:nvGrpSpPr>
      <p:grpSpPr>
        <a:xfrm>
          <a:off x="0" y="0"/>
          <a:ext cx="0" cy="0"/>
          <a:chOff x="0" y="0"/>
          <a:chExt cx="0" cy="0"/>
        </a:xfrm>
      </p:grpSpPr>
      <p:pic>
        <p:nvPicPr>
          <p:cNvPr id="34" name="Data Texture Cloud"/>
          <p:cNvPicPr>
            <a:picLocks noChangeAspect="1"/>
          </p:cNvPicPr>
          <p:nvPr/>
        </p:nvPicPr>
        <p:blipFill rotWithShape="1">
          <a:blip r:embed="rId2">
            <a:alphaModFix amt="80000"/>
          </a:blip>
          <a:srcRect r="48609"/>
          <a:stretch/>
        </p:blipFill>
        <p:spPr>
          <a:xfrm>
            <a:off x="9881411" y="521208"/>
            <a:ext cx="2310589" cy="1700784"/>
          </a:xfrm>
          <a:prstGeom prst="rect">
            <a:avLst/>
          </a:prstGeom>
        </p:spPr>
      </p:pic>
      <p:pic>
        <p:nvPicPr>
          <p:cNvPr id="35" name="OTag"/>
          <p:cNvPicPr>
            <a:picLocks noChangeAspect="1"/>
          </p:cNvPicPr>
          <p:nvPr/>
        </p:nvPicPr>
        <p:blipFill>
          <a:blip r:embed="rId3"/>
          <a:stretch>
            <a:fillRect/>
          </a:stretch>
        </p:blipFill>
        <p:spPr>
          <a:xfrm>
            <a:off x="11183112" y="6355080"/>
            <a:ext cx="502920" cy="502920"/>
          </a:xfrm>
          <a:prstGeom prst="rect">
            <a:avLst/>
          </a:prstGeom>
        </p:spPr>
      </p:pic>
      <p:sp>
        <p:nvSpPr>
          <p:cNvPr id="25" name="Footer">
            <a:extLst>
              <a:ext uri="{FF2B5EF4-FFF2-40B4-BE49-F238E27FC236}">
                <a16:creationId xmlns:a16="http://schemas.microsoft.com/office/drawing/2014/main" id="{5C832301-2AE4-1245-BF5A-702B011155AF}"/>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27" name="Slide Number">
            <a:extLst>
              <a:ext uri="{FF2B5EF4-FFF2-40B4-BE49-F238E27FC236}">
                <a16:creationId xmlns:a16="http://schemas.microsoft.com/office/drawing/2014/main" id="{ADC3B97F-4317-2244-A893-1F690DBA4FE4}"/>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18" name="Number">
            <a:extLst>
              <a:ext uri="{FF2B5EF4-FFF2-40B4-BE49-F238E27FC236}">
                <a16:creationId xmlns:a16="http://schemas.microsoft.com/office/drawing/2014/main" id="{0EC907BF-0F79-AE40-A0E1-10EDEEBBAE51}"/>
              </a:ext>
            </a:extLst>
          </p:cNvPr>
          <p:cNvSpPr>
            <a:spLocks noGrp="1"/>
          </p:cNvSpPr>
          <p:nvPr>
            <p:ph type="body" idx="14" hasCustomPrompt="1"/>
          </p:nvPr>
        </p:nvSpPr>
        <p:spPr>
          <a:xfrm>
            <a:off x="768095" y="3916426"/>
            <a:ext cx="439953" cy="395562"/>
          </a:xfrm>
          <a:prstGeom prst="rect">
            <a:avLst/>
          </a:prstGeom>
        </p:spPr>
        <p:txBody>
          <a:bodyPr wrap="none" lIns="0" rIns="0">
            <a:noAutofit/>
          </a:bodyPr>
          <a:lstStyle>
            <a:lvl1pPr marL="0" indent="0" algn="ctr">
              <a:buNone/>
              <a:defRPr sz="2000">
                <a:solidFill>
                  <a:schemeClr val="accent5"/>
                </a:solidFill>
                <a:latin typeface="Georgia"/>
                <a:ea typeface="Georgia"/>
                <a:cs typeface="Georgia"/>
              </a:defRPr>
            </a:lvl1pPr>
          </a:lstStyle>
          <a:p>
            <a:pPr lvl="0">
              <a:buNone/>
            </a:pPr>
            <a:r>
              <a:t>X</a:t>
            </a:r>
          </a:p>
        </p:txBody>
      </p:sp>
      <p:sp>
        <p:nvSpPr>
          <p:cNvPr id="17" name="Number">
            <a:extLst>
              <a:ext uri="{FF2B5EF4-FFF2-40B4-BE49-F238E27FC236}">
                <a16:creationId xmlns:a16="http://schemas.microsoft.com/office/drawing/2014/main" id="{D25DA43B-4E3A-394F-B8B3-16A0A25D880E}"/>
              </a:ext>
            </a:extLst>
          </p:cNvPr>
          <p:cNvSpPr>
            <a:spLocks noGrp="1"/>
          </p:cNvSpPr>
          <p:nvPr>
            <p:ph type="body" idx="13" hasCustomPrompt="1"/>
          </p:nvPr>
        </p:nvSpPr>
        <p:spPr>
          <a:xfrm>
            <a:off x="768095" y="3397254"/>
            <a:ext cx="439953" cy="395562"/>
          </a:xfrm>
          <a:prstGeom prst="rect">
            <a:avLst/>
          </a:prstGeom>
        </p:spPr>
        <p:txBody>
          <a:bodyPr wrap="none" lIns="0" rIns="0">
            <a:noAutofit/>
          </a:bodyPr>
          <a:lstStyle>
            <a:lvl1pPr marL="0" indent="0" algn="ctr">
              <a:buNone/>
              <a:defRPr sz="2000">
                <a:solidFill>
                  <a:schemeClr val="accent5"/>
                </a:solidFill>
                <a:latin typeface="Georgia"/>
                <a:ea typeface="Georgia"/>
                <a:cs typeface="Georgia"/>
              </a:defRPr>
            </a:lvl1pPr>
          </a:lstStyle>
          <a:p>
            <a:pPr lvl="0">
              <a:buNone/>
            </a:pPr>
            <a:r>
              <a:t>X</a:t>
            </a:r>
          </a:p>
        </p:txBody>
      </p:sp>
      <p:sp>
        <p:nvSpPr>
          <p:cNvPr id="16" name="Number">
            <a:extLst>
              <a:ext uri="{FF2B5EF4-FFF2-40B4-BE49-F238E27FC236}">
                <a16:creationId xmlns:a16="http://schemas.microsoft.com/office/drawing/2014/main" id="{DD2FB6D0-D95C-6242-A795-CCD93D8A20FE}"/>
              </a:ext>
            </a:extLst>
          </p:cNvPr>
          <p:cNvSpPr>
            <a:spLocks noGrp="1"/>
          </p:cNvSpPr>
          <p:nvPr>
            <p:ph type="body" idx="12" hasCustomPrompt="1"/>
          </p:nvPr>
        </p:nvSpPr>
        <p:spPr>
          <a:xfrm>
            <a:off x="768095" y="2878080"/>
            <a:ext cx="439953" cy="395562"/>
          </a:xfrm>
          <a:prstGeom prst="rect">
            <a:avLst/>
          </a:prstGeom>
        </p:spPr>
        <p:txBody>
          <a:bodyPr wrap="none" lIns="0" rIns="0">
            <a:noAutofit/>
          </a:bodyPr>
          <a:lstStyle>
            <a:lvl1pPr marL="0" indent="0" algn="ctr">
              <a:buNone/>
              <a:defRPr sz="2000">
                <a:solidFill>
                  <a:schemeClr val="accent5"/>
                </a:solidFill>
                <a:latin typeface="Georgia"/>
                <a:ea typeface="Georgia"/>
                <a:cs typeface="Georgia"/>
              </a:defRPr>
            </a:lvl1pPr>
          </a:lstStyle>
          <a:p>
            <a:pPr lvl="0">
              <a:buNone/>
            </a:pPr>
            <a:r>
              <a:t>X</a:t>
            </a:r>
          </a:p>
        </p:txBody>
      </p:sp>
      <p:sp>
        <p:nvSpPr>
          <p:cNvPr id="15" name="Number">
            <a:extLst>
              <a:ext uri="{FF2B5EF4-FFF2-40B4-BE49-F238E27FC236}">
                <a16:creationId xmlns:a16="http://schemas.microsoft.com/office/drawing/2014/main" id="{06493D53-065B-674D-B762-76404273F0D9}"/>
              </a:ext>
            </a:extLst>
          </p:cNvPr>
          <p:cNvSpPr>
            <a:spLocks noGrp="1"/>
          </p:cNvSpPr>
          <p:nvPr>
            <p:ph type="body" idx="11" hasCustomPrompt="1"/>
          </p:nvPr>
        </p:nvSpPr>
        <p:spPr>
          <a:xfrm>
            <a:off x="768095" y="2358906"/>
            <a:ext cx="439953" cy="395562"/>
          </a:xfrm>
          <a:prstGeom prst="rect">
            <a:avLst/>
          </a:prstGeom>
        </p:spPr>
        <p:txBody>
          <a:bodyPr wrap="none" lIns="0" rIns="0">
            <a:noAutofit/>
          </a:bodyPr>
          <a:lstStyle>
            <a:lvl1pPr marL="0" indent="0" algn="ctr">
              <a:buNone/>
              <a:defRPr sz="2000">
                <a:solidFill>
                  <a:schemeClr val="accent5"/>
                </a:solidFill>
                <a:latin typeface="Georgia"/>
                <a:ea typeface="Georgia"/>
                <a:cs typeface="Georgia"/>
              </a:defRPr>
            </a:lvl1pPr>
          </a:lstStyle>
          <a:p>
            <a:pPr lvl="0">
              <a:buNone/>
            </a:pPr>
            <a:r>
              <a:t>X</a:t>
            </a:r>
          </a:p>
        </p:txBody>
      </p:sp>
      <p:sp>
        <p:nvSpPr>
          <p:cNvPr id="13" name="Number">
            <a:extLst>
              <a:ext uri="{FF2B5EF4-FFF2-40B4-BE49-F238E27FC236}">
                <a16:creationId xmlns:a16="http://schemas.microsoft.com/office/drawing/2014/main" id="{85B432C7-6194-C04D-8607-A1DFBA3219E4}"/>
              </a:ext>
            </a:extLst>
          </p:cNvPr>
          <p:cNvSpPr>
            <a:spLocks noGrp="1"/>
          </p:cNvSpPr>
          <p:nvPr>
            <p:ph type="body" idx="10" hasCustomPrompt="1"/>
          </p:nvPr>
        </p:nvSpPr>
        <p:spPr>
          <a:xfrm>
            <a:off x="768095" y="1839732"/>
            <a:ext cx="439953" cy="395562"/>
          </a:xfrm>
          <a:prstGeom prst="rect">
            <a:avLst/>
          </a:prstGeom>
        </p:spPr>
        <p:txBody>
          <a:bodyPr wrap="none" lIns="0" rIns="0">
            <a:noAutofit/>
          </a:bodyPr>
          <a:lstStyle>
            <a:lvl1pPr marL="0" indent="0" algn="ctr">
              <a:buNone/>
              <a:defRPr sz="2000">
                <a:solidFill>
                  <a:schemeClr val="accent5"/>
                </a:solidFill>
                <a:latin typeface="Georgia"/>
                <a:ea typeface="Georgia"/>
                <a:cs typeface="Georgia"/>
              </a:defRPr>
            </a:lvl1pPr>
          </a:lstStyle>
          <a:p>
            <a:pPr lvl="0">
              <a:buNone/>
            </a:pPr>
            <a:r>
              <a:t>X</a:t>
            </a:r>
          </a:p>
        </p:txBody>
      </p:sp>
      <p:sp>
        <p:nvSpPr>
          <p:cNvPr id="23" name="Text Field">
            <a:extLst>
              <a:ext uri="{FF2B5EF4-FFF2-40B4-BE49-F238E27FC236}">
                <a16:creationId xmlns:a16="http://schemas.microsoft.com/office/drawing/2014/main" id="{6D1BD307-5E4B-9647-A402-54CF30BEC3C6}"/>
              </a:ext>
            </a:extLst>
          </p:cNvPr>
          <p:cNvSpPr>
            <a:spLocks noGrp="1"/>
          </p:cNvSpPr>
          <p:nvPr>
            <p:ph type="body" idx="19"/>
          </p:nvPr>
        </p:nvSpPr>
        <p:spPr>
          <a:xfrm>
            <a:off x="1371411" y="3916426"/>
            <a:ext cx="10052493" cy="395562"/>
          </a:xfrm>
          <a:prstGeom prst="rect">
            <a:avLst/>
          </a:prstGeom>
        </p:spPr>
        <p:txBody>
          <a:bodyPr wrap="none" lIns="0" rIns="0">
            <a:noAutofit/>
          </a:bodyPr>
          <a:lstStyle>
            <a:lvl1pPr marL="0" indent="0">
              <a:lnSpc>
                <a:spcPct val="100000"/>
              </a:lnSpc>
              <a:spcBef>
                <a:spcPts val="0"/>
              </a:spcBef>
              <a:spcAft>
                <a:spcPts val="1200"/>
              </a:spcAft>
              <a:buSzPct val="70000"/>
              <a:buFont typeface="Arial"/>
              <a:buNone/>
              <a:defRPr sz="2400" b="0" i="0">
                <a:solidFill>
                  <a:schemeClr val="tx1"/>
                </a:solidFill>
                <a:latin typeface="Oracle Sans"/>
                <a:ea typeface="Oracle Sans"/>
                <a:cs typeface="Oracle Sans"/>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endParaRPr/>
          </a:p>
        </p:txBody>
      </p:sp>
      <p:sp>
        <p:nvSpPr>
          <p:cNvPr id="22" name="Text Field">
            <a:extLst>
              <a:ext uri="{FF2B5EF4-FFF2-40B4-BE49-F238E27FC236}">
                <a16:creationId xmlns:a16="http://schemas.microsoft.com/office/drawing/2014/main" id="{A5DE72B7-8353-7C47-A8C2-69DED713D179}"/>
              </a:ext>
            </a:extLst>
          </p:cNvPr>
          <p:cNvSpPr>
            <a:spLocks noGrp="1"/>
          </p:cNvSpPr>
          <p:nvPr>
            <p:ph type="body" idx="18"/>
          </p:nvPr>
        </p:nvSpPr>
        <p:spPr>
          <a:xfrm>
            <a:off x="1371411" y="3397229"/>
            <a:ext cx="10052493" cy="395562"/>
          </a:xfrm>
          <a:prstGeom prst="rect">
            <a:avLst/>
          </a:prstGeom>
        </p:spPr>
        <p:txBody>
          <a:bodyPr wrap="none" lIns="0" rIns="0">
            <a:noAutofit/>
          </a:bodyPr>
          <a:lstStyle>
            <a:lvl1pPr marL="0" indent="0">
              <a:lnSpc>
                <a:spcPct val="100000"/>
              </a:lnSpc>
              <a:spcBef>
                <a:spcPts val="0"/>
              </a:spcBef>
              <a:spcAft>
                <a:spcPts val="1200"/>
              </a:spcAft>
              <a:buSzPct val="70000"/>
              <a:buFont typeface="Arial"/>
              <a:buNone/>
              <a:defRPr sz="2400" b="0" i="0">
                <a:solidFill>
                  <a:schemeClr val="tx1"/>
                </a:solidFill>
                <a:latin typeface="Oracle Sans"/>
                <a:ea typeface="Oracle Sans"/>
                <a:cs typeface="Oracle Sans"/>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endParaRPr/>
          </a:p>
        </p:txBody>
      </p:sp>
      <p:sp>
        <p:nvSpPr>
          <p:cNvPr id="20" name="Text Field">
            <a:extLst>
              <a:ext uri="{FF2B5EF4-FFF2-40B4-BE49-F238E27FC236}">
                <a16:creationId xmlns:a16="http://schemas.microsoft.com/office/drawing/2014/main" id="{35FDD008-E0E6-4746-AB5B-78D012E92B2E}"/>
              </a:ext>
            </a:extLst>
          </p:cNvPr>
          <p:cNvSpPr>
            <a:spLocks noGrp="1"/>
          </p:cNvSpPr>
          <p:nvPr>
            <p:ph type="body" idx="17"/>
          </p:nvPr>
        </p:nvSpPr>
        <p:spPr>
          <a:xfrm>
            <a:off x="1371411" y="2878032"/>
            <a:ext cx="10052493" cy="395562"/>
          </a:xfrm>
          <a:prstGeom prst="rect">
            <a:avLst/>
          </a:prstGeom>
        </p:spPr>
        <p:txBody>
          <a:bodyPr wrap="none" lIns="0" rIns="0">
            <a:noAutofit/>
          </a:bodyPr>
          <a:lstStyle>
            <a:lvl1pPr marL="0" indent="0">
              <a:lnSpc>
                <a:spcPct val="100000"/>
              </a:lnSpc>
              <a:spcBef>
                <a:spcPts val="0"/>
              </a:spcBef>
              <a:spcAft>
                <a:spcPts val="1200"/>
              </a:spcAft>
              <a:buSzPct val="70000"/>
              <a:buFont typeface="Arial"/>
              <a:buNone/>
              <a:defRPr sz="2400" b="0" i="0">
                <a:solidFill>
                  <a:schemeClr val="tx1"/>
                </a:solidFill>
                <a:latin typeface="Oracle Sans"/>
                <a:ea typeface="Oracle Sans"/>
                <a:cs typeface="Oracle Sans"/>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endParaRPr/>
          </a:p>
        </p:txBody>
      </p:sp>
      <p:sp>
        <p:nvSpPr>
          <p:cNvPr id="19" name="Text Field">
            <a:extLst>
              <a:ext uri="{FF2B5EF4-FFF2-40B4-BE49-F238E27FC236}">
                <a16:creationId xmlns:a16="http://schemas.microsoft.com/office/drawing/2014/main" id="{53E966DA-E5B9-074E-B0AA-F5451AF51BAE}"/>
              </a:ext>
            </a:extLst>
          </p:cNvPr>
          <p:cNvSpPr>
            <a:spLocks noGrp="1"/>
          </p:cNvSpPr>
          <p:nvPr>
            <p:ph type="body" idx="16"/>
          </p:nvPr>
        </p:nvSpPr>
        <p:spPr>
          <a:xfrm>
            <a:off x="1371411" y="2358835"/>
            <a:ext cx="10052493" cy="395562"/>
          </a:xfrm>
          <a:prstGeom prst="rect">
            <a:avLst/>
          </a:prstGeom>
        </p:spPr>
        <p:txBody>
          <a:bodyPr wrap="none" lIns="0" rIns="0">
            <a:noAutofit/>
          </a:bodyPr>
          <a:lstStyle>
            <a:lvl1pPr marL="0" indent="0">
              <a:lnSpc>
                <a:spcPct val="100000"/>
              </a:lnSpc>
              <a:spcBef>
                <a:spcPts val="0"/>
              </a:spcBef>
              <a:spcAft>
                <a:spcPts val="1200"/>
              </a:spcAft>
              <a:buSzPct val="70000"/>
              <a:buFont typeface="Arial"/>
              <a:buNone/>
              <a:defRPr sz="2400" b="0" i="0">
                <a:solidFill>
                  <a:schemeClr val="tx1"/>
                </a:solidFill>
                <a:latin typeface="Oracle Sans"/>
                <a:ea typeface="Oracle Sans"/>
                <a:cs typeface="Oracle Sans"/>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endParaRPr/>
          </a:p>
        </p:txBody>
      </p:sp>
      <p:sp>
        <p:nvSpPr>
          <p:cNvPr id="3" name="Text Field">
            <a:extLst>
              <a:ext uri="{FF2B5EF4-FFF2-40B4-BE49-F238E27FC236}">
                <a16:creationId xmlns:a16="http://schemas.microsoft.com/office/drawing/2014/main" id="{FD86EFD9-8225-47A7-9DFF-A350F67E94AA}"/>
              </a:ext>
            </a:extLst>
          </p:cNvPr>
          <p:cNvSpPr>
            <a:spLocks noGrp="1"/>
          </p:cNvSpPr>
          <p:nvPr>
            <p:ph type="body" idx="1"/>
          </p:nvPr>
        </p:nvSpPr>
        <p:spPr>
          <a:xfrm>
            <a:off x="1371411" y="1839638"/>
            <a:ext cx="10052493" cy="395562"/>
          </a:xfrm>
          <a:prstGeom prst="rect">
            <a:avLst/>
          </a:prstGeom>
        </p:spPr>
        <p:txBody>
          <a:bodyPr wrap="none" lIns="0" rIns="0">
            <a:noAutofit/>
          </a:bodyPr>
          <a:lstStyle>
            <a:lvl1pPr marL="0" indent="0">
              <a:lnSpc>
                <a:spcPct val="100000"/>
              </a:lnSpc>
              <a:spcBef>
                <a:spcPts val="0"/>
              </a:spcBef>
              <a:spcAft>
                <a:spcPts val="1200"/>
              </a:spcAft>
              <a:buSzPct val="70000"/>
              <a:buFont typeface="Arial"/>
              <a:buNone/>
              <a:defRPr sz="2400" b="0" i="0">
                <a:solidFill>
                  <a:schemeClr val="tx1"/>
                </a:solidFill>
                <a:latin typeface="Oracle Sans"/>
                <a:ea typeface="Oracle Sans"/>
                <a:cs typeface="Oracle Sans"/>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endParaRPr/>
          </a:p>
        </p:txBody>
      </p:sp>
      <p:sp>
        <p:nvSpPr>
          <p:cNvPr id="30" name="Accent Mark">
            <a:extLst>
              <a:ext uri="{FF2B5EF4-FFF2-40B4-BE49-F238E27FC236}">
                <a16:creationId xmlns:a16="http://schemas.microsoft.com/office/drawing/2014/main" id="{493CCC4C-8611-48D2-A68D-C397556FD05C}"/>
              </a:ext>
            </a:extLst>
          </p:cNvPr>
          <p:cNvSpPr>
            <a:spLocks noGrp="1"/>
          </p:cNvSpPr>
          <p:nvPr/>
        </p:nvSpPr>
        <p:spPr>
          <a:xfrm flipH="1">
            <a:off x="768095" y="1584959"/>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21" name="Title">
            <a:extLst>
              <a:ext uri="{FF2B5EF4-FFF2-40B4-BE49-F238E27FC236}">
                <a16:creationId xmlns:a16="http://schemas.microsoft.com/office/drawing/2014/main" id="{1F2D107A-3A71-E74E-9042-888785621363}"/>
              </a:ext>
            </a:extLst>
          </p:cNvPr>
          <p:cNvSpPr>
            <a:spLocks noGrp="1"/>
          </p:cNvSpPr>
          <p:nvPr>
            <p:ph type="body" idx="20" hasCustomPrompt="1"/>
          </p:nvPr>
        </p:nvSpPr>
        <p:spPr>
          <a:xfrm>
            <a:off x="762000" y="508000"/>
            <a:ext cx="10671048" cy="822960"/>
          </a:xfrm>
        </p:spPr>
        <p:txBody>
          <a:bodyPr anchor="b"/>
          <a:lstStyle>
            <a:lvl1pPr>
              <a:buNone/>
              <a:defRPr sz="2400" b="1"/>
            </a:lvl1pPr>
          </a:lstStyle>
          <a:p>
            <a:pPr lvl="0">
              <a:buNone/>
            </a:pPr>
            <a:r>
              <a:t>Title</a:t>
            </a:r>
          </a:p>
        </p:txBody>
      </p:sp>
      <p:pic>
        <p:nvPicPr>
          <p:cNvPr id="50" name="Abstract Pattern Strip"/>
          <p:cNvPicPr>
            <a:picLocks noChangeAspect="1"/>
          </p:cNvPicPr>
          <p:nvPr/>
        </p:nvPicPr>
        <p:blipFill>
          <a:blip r:embed="rId4"/>
          <a:stretch>
            <a:fillRect/>
          </a:stretch>
        </p:blipFill>
        <p:spPr>
          <a:xfrm>
            <a:off x="0" y="0"/>
            <a:ext cx="12192000" cy="254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Light - Numbered Outline 2 Column">
    <p:bg>
      <p:bgPr>
        <a:solidFill>
          <a:schemeClr val="bg2"/>
        </a:solidFill>
        <a:effectLst/>
      </p:bgPr>
    </p:bg>
    <p:spTree>
      <p:nvGrpSpPr>
        <p:cNvPr id="1" name=""/>
        <p:cNvGrpSpPr/>
        <p:nvPr/>
      </p:nvGrpSpPr>
      <p:grpSpPr>
        <a:xfrm>
          <a:off x="0" y="0"/>
          <a:ext cx="0" cy="0"/>
          <a:chOff x="0" y="0"/>
          <a:chExt cx="0" cy="0"/>
        </a:xfrm>
      </p:grpSpPr>
      <p:pic>
        <p:nvPicPr>
          <p:cNvPr id="49" name="Data Texture Cloud"/>
          <p:cNvPicPr>
            <a:picLocks noChangeAspect="1"/>
          </p:cNvPicPr>
          <p:nvPr/>
        </p:nvPicPr>
        <p:blipFill rotWithShape="1">
          <a:blip r:embed="rId2">
            <a:alphaModFix amt="80000"/>
          </a:blip>
          <a:srcRect r="48609"/>
          <a:stretch/>
        </p:blipFill>
        <p:spPr>
          <a:xfrm>
            <a:off x="9881411" y="521208"/>
            <a:ext cx="2310589" cy="1700784"/>
          </a:xfrm>
          <a:prstGeom prst="rect">
            <a:avLst/>
          </a:prstGeom>
        </p:spPr>
      </p:pic>
      <p:pic>
        <p:nvPicPr>
          <p:cNvPr id="50" name="OTag"/>
          <p:cNvPicPr>
            <a:picLocks noChangeAspect="1"/>
          </p:cNvPicPr>
          <p:nvPr/>
        </p:nvPicPr>
        <p:blipFill>
          <a:blip r:embed="rId3"/>
          <a:stretch>
            <a:fillRect/>
          </a:stretch>
        </p:blipFill>
        <p:spPr>
          <a:xfrm>
            <a:off x="11183112" y="6355080"/>
            <a:ext cx="502920" cy="502920"/>
          </a:xfrm>
          <a:prstGeom prst="rect">
            <a:avLst/>
          </a:prstGeom>
        </p:spPr>
      </p:pic>
      <p:sp>
        <p:nvSpPr>
          <p:cNvPr id="45" name="Footer">
            <a:extLst>
              <a:ext uri="{FF2B5EF4-FFF2-40B4-BE49-F238E27FC236}">
                <a16:creationId xmlns:a16="http://schemas.microsoft.com/office/drawing/2014/main" id="{6437C572-88B3-0F48-9AC6-404CE959FA05}"/>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31" name="Slide Number">
            <a:extLst>
              <a:ext uri="{FF2B5EF4-FFF2-40B4-BE49-F238E27FC236}">
                <a16:creationId xmlns:a16="http://schemas.microsoft.com/office/drawing/2014/main" id="{CC5C0CA0-2B8A-9F4E-A261-9C8E089C7C65}"/>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38" name="Number">
            <a:extLst>
              <a:ext uri="{FF2B5EF4-FFF2-40B4-BE49-F238E27FC236}">
                <a16:creationId xmlns:a16="http://schemas.microsoft.com/office/drawing/2014/main" id="{2F38CE05-2128-F946-832B-CF7806F2B597}"/>
              </a:ext>
            </a:extLst>
          </p:cNvPr>
          <p:cNvSpPr>
            <a:spLocks noGrp="1"/>
          </p:cNvSpPr>
          <p:nvPr>
            <p:ph type="body" idx="26" hasCustomPrompt="1"/>
          </p:nvPr>
        </p:nvSpPr>
        <p:spPr>
          <a:xfrm>
            <a:off x="6342892" y="3916426"/>
            <a:ext cx="439953" cy="395562"/>
          </a:xfrm>
          <a:prstGeom prst="rect">
            <a:avLst/>
          </a:prstGeom>
        </p:spPr>
        <p:txBody>
          <a:bodyPr lIns="0" rIns="0">
            <a:noAutofit/>
          </a:bodyPr>
          <a:lstStyle>
            <a:lvl1pPr marL="0" indent="0" algn="ctr">
              <a:buNone/>
              <a:defRPr sz="2000">
                <a:solidFill>
                  <a:schemeClr val="accent5"/>
                </a:solidFill>
                <a:latin typeface="Georgia"/>
                <a:ea typeface="Georgia"/>
                <a:cs typeface="Georgia"/>
              </a:defRPr>
            </a:lvl1pPr>
          </a:lstStyle>
          <a:p>
            <a:pPr lvl="0">
              <a:buNone/>
            </a:pPr>
            <a:r>
              <a:t>X</a:t>
            </a:r>
          </a:p>
        </p:txBody>
      </p:sp>
      <p:sp>
        <p:nvSpPr>
          <p:cNvPr id="37" name="Number">
            <a:extLst>
              <a:ext uri="{FF2B5EF4-FFF2-40B4-BE49-F238E27FC236}">
                <a16:creationId xmlns:a16="http://schemas.microsoft.com/office/drawing/2014/main" id="{57B2FD3E-93EE-0A45-9E7C-CB3E5765653D}"/>
              </a:ext>
            </a:extLst>
          </p:cNvPr>
          <p:cNvSpPr>
            <a:spLocks noGrp="1"/>
          </p:cNvSpPr>
          <p:nvPr>
            <p:ph type="body" idx="25" hasCustomPrompt="1"/>
          </p:nvPr>
        </p:nvSpPr>
        <p:spPr>
          <a:xfrm>
            <a:off x="6342892" y="3397254"/>
            <a:ext cx="439953" cy="395562"/>
          </a:xfrm>
          <a:prstGeom prst="rect">
            <a:avLst/>
          </a:prstGeom>
        </p:spPr>
        <p:txBody>
          <a:bodyPr lIns="0" rIns="0">
            <a:noAutofit/>
          </a:bodyPr>
          <a:lstStyle>
            <a:lvl1pPr marL="0" indent="0" algn="ctr">
              <a:buNone/>
              <a:defRPr sz="2000">
                <a:solidFill>
                  <a:schemeClr val="accent5"/>
                </a:solidFill>
                <a:latin typeface="Georgia"/>
                <a:ea typeface="Georgia"/>
                <a:cs typeface="Georgia"/>
              </a:defRPr>
            </a:lvl1pPr>
          </a:lstStyle>
          <a:p>
            <a:pPr lvl="0">
              <a:buNone/>
            </a:pPr>
            <a:r>
              <a:t>X</a:t>
            </a:r>
          </a:p>
        </p:txBody>
      </p:sp>
      <p:sp>
        <p:nvSpPr>
          <p:cNvPr id="36" name="Number">
            <a:extLst>
              <a:ext uri="{FF2B5EF4-FFF2-40B4-BE49-F238E27FC236}">
                <a16:creationId xmlns:a16="http://schemas.microsoft.com/office/drawing/2014/main" id="{4C37858A-AC21-CB41-8C96-65D9002230E4}"/>
              </a:ext>
            </a:extLst>
          </p:cNvPr>
          <p:cNvSpPr>
            <a:spLocks noGrp="1"/>
          </p:cNvSpPr>
          <p:nvPr>
            <p:ph type="body" idx="24" hasCustomPrompt="1"/>
          </p:nvPr>
        </p:nvSpPr>
        <p:spPr>
          <a:xfrm>
            <a:off x="6342892" y="2878080"/>
            <a:ext cx="439953" cy="395562"/>
          </a:xfrm>
          <a:prstGeom prst="rect">
            <a:avLst/>
          </a:prstGeom>
        </p:spPr>
        <p:txBody>
          <a:bodyPr lIns="0" rIns="0">
            <a:noAutofit/>
          </a:bodyPr>
          <a:lstStyle>
            <a:lvl1pPr marL="0" indent="0" algn="ctr">
              <a:buNone/>
              <a:defRPr sz="2000">
                <a:solidFill>
                  <a:schemeClr val="accent5"/>
                </a:solidFill>
                <a:latin typeface="Georgia"/>
                <a:ea typeface="Georgia"/>
                <a:cs typeface="Georgia"/>
              </a:defRPr>
            </a:lvl1pPr>
          </a:lstStyle>
          <a:p>
            <a:pPr lvl="0">
              <a:buNone/>
            </a:pPr>
            <a:r>
              <a:t>X</a:t>
            </a:r>
          </a:p>
        </p:txBody>
      </p:sp>
      <p:sp>
        <p:nvSpPr>
          <p:cNvPr id="35" name="Number">
            <a:extLst>
              <a:ext uri="{FF2B5EF4-FFF2-40B4-BE49-F238E27FC236}">
                <a16:creationId xmlns:a16="http://schemas.microsoft.com/office/drawing/2014/main" id="{97B05350-6C68-E84A-81F0-64BB53EE5EE5}"/>
              </a:ext>
            </a:extLst>
          </p:cNvPr>
          <p:cNvSpPr>
            <a:spLocks noGrp="1"/>
          </p:cNvSpPr>
          <p:nvPr>
            <p:ph type="body" idx="23" hasCustomPrompt="1"/>
          </p:nvPr>
        </p:nvSpPr>
        <p:spPr>
          <a:xfrm>
            <a:off x="6342892" y="2358906"/>
            <a:ext cx="439953" cy="395562"/>
          </a:xfrm>
          <a:prstGeom prst="rect">
            <a:avLst/>
          </a:prstGeom>
        </p:spPr>
        <p:txBody>
          <a:bodyPr lIns="0" rIns="0">
            <a:noAutofit/>
          </a:bodyPr>
          <a:lstStyle>
            <a:lvl1pPr marL="0" indent="0" algn="ctr">
              <a:buNone/>
              <a:defRPr sz="2000">
                <a:solidFill>
                  <a:schemeClr val="accent5"/>
                </a:solidFill>
                <a:latin typeface="Georgia"/>
                <a:ea typeface="Georgia"/>
                <a:cs typeface="Georgia"/>
              </a:defRPr>
            </a:lvl1pPr>
          </a:lstStyle>
          <a:p>
            <a:pPr lvl="0">
              <a:buNone/>
            </a:pPr>
            <a:r>
              <a:t>X</a:t>
            </a:r>
          </a:p>
        </p:txBody>
      </p:sp>
      <p:sp>
        <p:nvSpPr>
          <p:cNvPr id="34" name="Number">
            <a:extLst>
              <a:ext uri="{FF2B5EF4-FFF2-40B4-BE49-F238E27FC236}">
                <a16:creationId xmlns:a16="http://schemas.microsoft.com/office/drawing/2014/main" id="{50B157E0-DFD4-4442-837D-FEFEE0ED83D0}"/>
              </a:ext>
            </a:extLst>
          </p:cNvPr>
          <p:cNvSpPr>
            <a:spLocks noGrp="1"/>
          </p:cNvSpPr>
          <p:nvPr>
            <p:ph type="body" idx="22" hasCustomPrompt="1"/>
          </p:nvPr>
        </p:nvSpPr>
        <p:spPr>
          <a:xfrm>
            <a:off x="6342892" y="1839732"/>
            <a:ext cx="439953" cy="395562"/>
          </a:xfrm>
          <a:prstGeom prst="rect">
            <a:avLst/>
          </a:prstGeom>
        </p:spPr>
        <p:txBody>
          <a:bodyPr lIns="0" rIns="0">
            <a:noAutofit/>
          </a:bodyPr>
          <a:lstStyle>
            <a:lvl1pPr marL="0" indent="0" algn="ctr">
              <a:buNone/>
              <a:defRPr sz="2000">
                <a:solidFill>
                  <a:schemeClr val="accent5"/>
                </a:solidFill>
                <a:latin typeface="Georgia"/>
                <a:ea typeface="Georgia"/>
                <a:cs typeface="Georgia"/>
              </a:defRPr>
            </a:lvl1pPr>
          </a:lstStyle>
          <a:p>
            <a:pPr lvl="0">
              <a:buNone/>
            </a:pPr>
            <a:r>
              <a:t>X</a:t>
            </a:r>
          </a:p>
        </p:txBody>
      </p:sp>
      <p:sp>
        <p:nvSpPr>
          <p:cNvPr id="42" name="Text Field">
            <a:extLst>
              <a:ext uri="{FF2B5EF4-FFF2-40B4-BE49-F238E27FC236}">
                <a16:creationId xmlns:a16="http://schemas.microsoft.com/office/drawing/2014/main" id="{513F9047-4D4F-4944-A54F-6838E69D529C}"/>
              </a:ext>
            </a:extLst>
          </p:cNvPr>
          <p:cNvSpPr>
            <a:spLocks noGrp="1"/>
          </p:cNvSpPr>
          <p:nvPr>
            <p:ph type="body" idx="30"/>
          </p:nvPr>
        </p:nvSpPr>
        <p:spPr>
          <a:xfrm>
            <a:off x="6946209" y="3916426"/>
            <a:ext cx="4471604" cy="395562"/>
          </a:xfrm>
          <a:prstGeom prst="rect">
            <a:avLst/>
          </a:prstGeom>
        </p:spPr>
        <p:txBody>
          <a:bodyPr lIns="0" rIns="0">
            <a:noAutofit/>
          </a:bodyPr>
          <a:lstStyle>
            <a:lvl1pPr marL="0" indent="0">
              <a:lnSpc>
                <a:spcPct val="100000"/>
              </a:lnSpc>
              <a:spcBef>
                <a:spcPts val="0"/>
              </a:spcBef>
              <a:spcAft>
                <a:spcPts val="1200"/>
              </a:spcAft>
              <a:buSzPct val="70000"/>
              <a:buFont typeface="Arial"/>
              <a:buNone/>
              <a:defRPr sz="2400" b="0" i="0">
                <a:solidFill>
                  <a:schemeClr val="tx1"/>
                </a:solidFill>
                <a:latin typeface="Oracle Sans"/>
                <a:ea typeface="Oracle Sans"/>
                <a:cs typeface="Oracle Sans"/>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endParaRPr/>
          </a:p>
        </p:txBody>
      </p:sp>
      <p:sp>
        <p:nvSpPr>
          <p:cNvPr id="41" name="Text Field">
            <a:extLst>
              <a:ext uri="{FF2B5EF4-FFF2-40B4-BE49-F238E27FC236}">
                <a16:creationId xmlns:a16="http://schemas.microsoft.com/office/drawing/2014/main" id="{AB0EA59E-C5BD-2449-B9B1-56DEAED420FF}"/>
              </a:ext>
            </a:extLst>
          </p:cNvPr>
          <p:cNvSpPr>
            <a:spLocks noGrp="1"/>
          </p:cNvSpPr>
          <p:nvPr>
            <p:ph type="body" idx="29"/>
          </p:nvPr>
        </p:nvSpPr>
        <p:spPr>
          <a:xfrm>
            <a:off x="6946209" y="3397229"/>
            <a:ext cx="4471604" cy="395562"/>
          </a:xfrm>
          <a:prstGeom prst="rect">
            <a:avLst/>
          </a:prstGeom>
        </p:spPr>
        <p:txBody>
          <a:bodyPr lIns="0" rIns="0">
            <a:noAutofit/>
          </a:bodyPr>
          <a:lstStyle>
            <a:lvl1pPr marL="0" indent="0">
              <a:lnSpc>
                <a:spcPct val="100000"/>
              </a:lnSpc>
              <a:spcBef>
                <a:spcPts val="0"/>
              </a:spcBef>
              <a:spcAft>
                <a:spcPts val="1200"/>
              </a:spcAft>
              <a:buSzPct val="70000"/>
              <a:buFont typeface="Arial"/>
              <a:buNone/>
              <a:defRPr sz="2400" b="0" i="0">
                <a:solidFill>
                  <a:schemeClr val="tx1"/>
                </a:solidFill>
                <a:latin typeface="Oracle Sans"/>
                <a:ea typeface="Oracle Sans"/>
                <a:cs typeface="Oracle Sans"/>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endParaRPr/>
          </a:p>
        </p:txBody>
      </p:sp>
      <p:sp>
        <p:nvSpPr>
          <p:cNvPr id="40" name="Text Field">
            <a:extLst>
              <a:ext uri="{FF2B5EF4-FFF2-40B4-BE49-F238E27FC236}">
                <a16:creationId xmlns:a16="http://schemas.microsoft.com/office/drawing/2014/main" id="{22511F22-E591-F74E-BFD2-CDD45D3AD3EB}"/>
              </a:ext>
            </a:extLst>
          </p:cNvPr>
          <p:cNvSpPr>
            <a:spLocks noGrp="1"/>
          </p:cNvSpPr>
          <p:nvPr>
            <p:ph type="body" idx="28"/>
          </p:nvPr>
        </p:nvSpPr>
        <p:spPr>
          <a:xfrm>
            <a:off x="6946209" y="2878032"/>
            <a:ext cx="4471604" cy="395562"/>
          </a:xfrm>
          <a:prstGeom prst="rect">
            <a:avLst/>
          </a:prstGeom>
        </p:spPr>
        <p:txBody>
          <a:bodyPr lIns="0" rIns="0">
            <a:noAutofit/>
          </a:bodyPr>
          <a:lstStyle>
            <a:lvl1pPr marL="0" indent="0">
              <a:lnSpc>
                <a:spcPct val="100000"/>
              </a:lnSpc>
              <a:spcBef>
                <a:spcPts val="0"/>
              </a:spcBef>
              <a:spcAft>
                <a:spcPts val="1200"/>
              </a:spcAft>
              <a:buSzPct val="70000"/>
              <a:buFont typeface="Arial"/>
              <a:buNone/>
              <a:defRPr sz="2400" b="0" i="0">
                <a:solidFill>
                  <a:schemeClr val="tx1"/>
                </a:solidFill>
                <a:latin typeface="Oracle Sans"/>
                <a:ea typeface="Oracle Sans"/>
                <a:cs typeface="Oracle Sans"/>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endParaRPr/>
          </a:p>
        </p:txBody>
      </p:sp>
      <p:sp>
        <p:nvSpPr>
          <p:cNvPr id="39" name="Text Field">
            <a:extLst>
              <a:ext uri="{FF2B5EF4-FFF2-40B4-BE49-F238E27FC236}">
                <a16:creationId xmlns:a16="http://schemas.microsoft.com/office/drawing/2014/main" id="{22D41171-F1BC-0242-9A58-63B4D72A490C}"/>
              </a:ext>
            </a:extLst>
          </p:cNvPr>
          <p:cNvSpPr>
            <a:spLocks noGrp="1"/>
          </p:cNvSpPr>
          <p:nvPr>
            <p:ph type="body" idx="27"/>
          </p:nvPr>
        </p:nvSpPr>
        <p:spPr>
          <a:xfrm>
            <a:off x="6946209" y="2358835"/>
            <a:ext cx="4471604" cy="395562"/>
          </a:xfrm>
          <a:prstGeom prst="rect">
            <a:avLst/>
          </a:prstGeom>
        </p:spPr>
        <p:txBody>
          <a:bodyPr lIns="0" rIns="0">
            <a:noAutofit/>
          </a:bodyPr>
          <a:lstStyle>
            <a:lvl1pPr marL="0" indent="0">
              <a:lnSpc>
                <a:spcPct val="100000"/>
              </a:lnSpc>
              <a:spcBef>
                <a:spcPts val="0"/>
              </a:spcBef>
              <a:spcAft>
                <a:spcPts val="1200"/>
              </a:spcAft>
              <a:buSzPct val="70000"/>
              <a:buFont typeface="Arial"/>
              <a:buNone/>
              <a:defRPr sz="2400" b="0" i="0">
                <a:solidFill>
                  <a:schemeClr val="tx1"/>
                </a:solidFill>
                <a:latin typeface="Oracle Sans"/>
                <a:ea typeface="Oracle Sans"/>
                <a:cs typeface="Oracle Sans"/>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endParaRPr/>
          </a:p>
        </p:txBody>
      </p:sp>
      <p:sp>
        <p:nvSpPr>
          <p:cNvPr id="43" name="Text Field">
            <a:extLst>
              <a:ext uri="{FF2B5EF4-FFF2-40B4-BE49-F238E27FC236}">
                <a16:creationId xmlns:a16="http://schemas.microsoft.com/office/drawing/2014/main" id="{3D9253FE-8D61-AC4A-B664-3F8478D670B8}"/>
              </a:ext>
            </a:extLst>
          </p:cNvPr>
          <p:cNvSpPr>
            <a:spLocks noGrp="1"/>
          </p:cNvSpPr>
          <p:nvPr>
            <p:ph type="body" idx="31"/>
          </p:nvPr>
        </p:nvSpPr>
        <p:spPr>
          <a:xfrm>
            <a:off x="6946209" y="1839638"/>
            <a:ext cx="4471604" cy="395562"/>
          </a:xfrm>
          <a:prstGeom prst="rect">
            <a:avLst/>
          </a:prstGeom>
        </p:spPr>
        <p:txBody>
          <a:bodyPr lIns="0" rIns="0">
            <a:noAutofit/>
          </a:bodyPr>
          <a:lstStyle>
            <a:lvl1pPr marL="0" indent="0">
              <a:lnSpc>
                <a:spcPct val="100000"/>
              </a:lnSpc>
              <a:spcBef>
                <a:spcPts val="0"/>
              </a:spcBef>
              <a:spcAft>
                <a:spcPts val="1200"/>
              </a:spcAft>
              <a:buSzPct val="70000"/>
              <a:buFont typeface="Arial"/>
              <a:buNone/>
              <a:defRPr sz="2400" b="0" i="0">
                <a:solidFill>
                  <a:schemeClr val="tx1"/>
                </a:solidFill>
                <a:latin typeface="Oracle Sans"/>
                <a:ea typeface="Oracle Sans"/>
                <a:cs typeface="Oracle Sans"/>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endParaRPr/>
          </a:p>
        </p:txBody>
      </p:sp>
      <p:sp>
        <p:nvSpPr>
          <p:cNvPr id="27" name="Column Divider">
            <a:extLst>
              <a:ext uri="{FF2B5EF4-FFF2-40B4-BE49-F238E27FC236}">
                <a16:creationId xmlns:a16="http://schemas.microsoft.com/office/drawing/2014/main" id="{DA10FF5B-DBF1-43CB-95D5-7C377EC119AD}"/>
              </a:ext>
            </a:extLst>
          </p:cNvPr>
          <p:cNvSpPr>
            <a:spLocks noGrp="1"/>
          </p:cNvSpPr>
          <p:nvPr/>
        </p:nvSpPr>
        <p:spPr>
          <a:xfrm>
            <a:off x="6096002" y="1838958"/>
            <a:ext cx="0" cy="4261104"/>
          </a:xfrm>
          <a:prstGeom prst="line">
            <a:avLst/>
          </a:prstGeom>
          <a:ln w="19050">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sp>
      <p:sp>
        <p:nvSpPr>
          <p:cNvPr id="18" name="Number">
            <a:extLst>
              <a:ext uri="{FF2B5EF4-FFF2-40B4-BE49-F238E27FC236}">
                <a16:creationId xmlns:a16="http://schemas.microsoft.com/office/drawing/2014/main" id="{0EC907BF-0F79-AE40-A0E1-10EDEEBBAE51}"/>
              </a:ext>
            </a:extLst>
          </p:cNvPr>
          <p:cNvSpPr>
            <a:spLocks noGrp="1"/>
          </p:cNvSpPr>
          <p:nvPr>
            <p:ph type="body" idx="14" hasCustomPrompt="1"/>
          </p:nvPr>
        </p:nvSpPr>
        <p:spPr>
          <a:xfrm>
            <a:off x="768095" y="3916426"/>
            <a:ext cx="439953" cy="395562"/>
          </a:xfrm>
          <a:prstGeom prst="rect">
            <a:avLst/>
          </a:prstGeom>
        </p:spPr>
        <p:txBody>
          <a:bodyPr lIns="0" rIns="0">
            <a:noAutofit/>
          </a:bodyPr>
          <a:lstStyle>
            <a:lvl1pPr marL="0" indent="0" algn="ctr">
              <a:buNone/>
              <a:defRPr sz="2000">
                <a:solidFill>
                  <a:schemeClr val="accent5"/>
                </a:solidFill>
                <a:latin typeface="Georgia"/>
                <a:ea typeface="Georgia"/>
                <a:cs typeface="Georgia"/>
              </a:defRPr>
            </a:lvl1pPr>
          </a:lstStyle>
          <a:p>
            <a:pPr lvl="0">
              <a:buNone/>
            </a:pPr>
            <a:r>
              <a:t>X</a:t>
            </a:r>
          </a:p>
        </p:txBody>
      </p:sp>
      <p:sp>
        <p:nvSpPr>
          <p:cNvPr id="17" name="Number">
            <a:extLst>
              <a:ext uri="{FF2B5EF4-FFF2-40B4-BE49-F238E27FC236}">
                <a16:creationId xmlns:a16="http://schemas.microsoft.com/office/drawing/2014/main" id="{D25DA43B-4E3A-394F-B8B3-16A0A25D880E}"/>
              </a:ext>
            </a:extLst>
          </p:cNvPr>
          <p:cNvSpPr>
            <a:spLocks noGrp="1"/>
          </p:cNvSpPr>
          <p:nvPr>
            <p:ph type="body" idx="13" hasCustomPrompt="1"/>
          </p:nvPr>
        </p:nvSpPr>
        <p:spPr>
          <a:xfrm>
            <a:off x="768095" y="3397254"/>
            <a:ext cx="439953" cy="395562"/>
          </a:xfrm>
          <a:prstGeom prst="rect">
            <a:avLst/>
          </a:prstGeom>
        </p:spPr>
        <p:txBody>
          <a:bodyPr lIns="0" rIns="0">
            <a:noAutofit/>
          </a:bodyPr>
          <a:lstStyle>
            <a:lvl1pPr marL="0" marR="0" indent="0" algn="ctr" defTabSz="914400">
              <a:lnSpc>
                <a:spcPct val="95000"/>
              </a:lnSpc>
              <a:spcBef>
                <a:spcPts val="0"/>
              </a:spcBef>
              <a:spcAft>
                <a:spcPts val="600"/>
              </a:spcAft>
              <a:buClrTx/>
              <a:buSzTx/>
              <a:buFont typeface="System Font Regular"/>
              <a:buNone/>
              <a:defRPr sz="2000">
                <a:solidFill>
                  <a:schemeClr val="accent5"/>
                </a:solidFill>
                <a:latin typeface="Georgia"/>
                <a:ea typeface="Georgia"/>
                <a:cs typeface="Georgia"/>
              </a:defRPr>
            </a:lvl1pPr>
          </a:lstStyle>
          <a:p>
            <a:pPr marL="0" marR="0" lvl="0" indent="0" algn="ctr" defTabSz="914400">
              <a:lnSpc>
                <a:spcPct val="95000"/>
              </a:lnSpc>
              <a:spcBef>
                <a:spcPts val="0"/>
              </a:spcBef>
              <a:spcAft>
                <a:spcPts val="600"/>
              </a:spcAft>
              <a:buClrTx/>
              <a:buSzTx/>
              <a:buFont typeface="System Font Regular"/>
              <a:buNone/>
            </a:pPr>
            <a:r>
              <a:t>X</a:t>
            </a:r>
          </a:p>
        </p:txBody>
      </p:sp>
      <p:sp>
        <p:nvSpPr>
          <p:cNvPr id="16" name="Number">
            <a:extLst>
              <a:ext uri="{FF2B5EF4-FFF2-40B4-BE49-F238E27FC236}">
                <a16:creationId xmlns:a16="http://schemas.microsoft.com/office/drawing/2014/main" id="{DD2FB6D0-D95C-6242-A795-CCD93D8A20FE}"/>
              </a:ext>
            </a:extLst>
          </p:cNvPr>
          <p:cNvSpPr>
            <a:spLocks noGrp="1"/>
          </p:cNvSpPr>
          <p:nvPr>
            <p:ph type="body" idx="12" hasCustomPrompt="1"/>
          </p:nvPr>
        </p:nvSpPr>
        <p:spPr>
          <a:xfrm>
            <a:off x="768095" y="2878080"/>
            <a:ext cx="439953" cy="395562"/>
          </a:xfrm>
          <a:prstGeom prst="rect">
            <a:avLst/>
          </a:prstGeom>
        </p:spPr>
        <p:txBody>
          <a:bodyPr lIns="0" rIns="0">
            <a:noAutofit/>
          </a:bodyPr>
          <a:lstStyle>
            <a:lvl1pPr marL="0" marR="0" indent="0" algn="ctr" defTabSz="914400">
              <a:lnSpc>
                <a:spcPct val="95000"/>
              </a:lnSpc>
              <a:spcBef>
                <a:spcPts val="0"/>
              </a:spcBef>
              <a:spcAft>
                <a:spcPts val="600"/>
              </a:spcAft>
              <a:buClrTx/>
              <a:buSzTx/>
              <a:buFont typeface="System Font Regular"/>
              <a:buNone/>
              <a:defRPr sz="2000">
                <a:solidFill>
                  <a:schemeClr val="accent5"/>
                </a:solidFill>
                <a:latin typeface="Georgia"/>
                <a:ea typeface="Georgia"/>
                <a:cs typeface="Georgia"/>
              </a:defRPr>
            </a:lvl1pPr>
          </a:lstStyle>
          <a:p>
            <a:pPr marL="0" marR="0" lvl="0" indent="0" algn="ctr" defTabSz="914400">
              <a:lnSpc>
                <a:spcPct val="95000"/>
              </a:lnSpc>
              <a:spcBef>
                <a:spcPts val="0"/>
              </a:spcBef>
              <a:spcAft>
                <a:spcPts val="600"/>
              </a:spcAft>
              <a:buClrTx/>
              <a:buSzTx/>
              <a:buFont typeface="System Font Regular"/>
              <a:buNone/>
            </a:pPr>
            <a:r>
              <a:t>X</a:t>
            </a:r>
          </a:p>
          <a:p>
            <a:pPr lvl="0">
              <a:buNone/>
            </a:pPr>
            <a:endParaRPr/>
          </a:p>
        </p:txBody>
      </p:sp>
      <p:sp>
        <p:nvSpPr>
          <p:cNvPr id="15" name="Number">
            <a:extLst>
              <a:ext uri="{FF2B5EF4-FFF2-40B4-BE49-F238E27FC236}">
                <a16:creationId xmlns:a16="http://schemas.microsoft.com/office/drawing/2014/main" id="{06493D53-065B-674D-B762-76404273F0D9}"/>
              </a:ext>
            </a:extLst>
          </p:cNvPr>
          <p:cNvSpPr>
            <a:spLocks noGrp="1"/>
          </p:cNvSpPr>
          <p:nvPr>
            <p:ph type="body" idx="11" hasCustomPrompt="1"/>
          </p:nvPr>
        </p:nvSpPr>
        <p:spPr>
          <a:xfrm>
            <a:off x="768095" y="2358906"/>
            <a:ext cx="439953" cy="395562"/>
          </a:xfrm>
          <a:prstGeom prst="rect">
            <a:avLst/>
          </a:prstGeom>
        </p:spPr>
        <p:txBody>
          <a:bodyPr lIns="0" rIns="0">
            <a:noAutofit/>
          </a:bodyPr>
          <a:lstStyle>
            <a:lvl1pPr marL="0" marR="0" indent="0" algn="ctr" defTabSz="914400">
              <a:lnSpc>
                <a:spcPct val="95000"/>
              </a:lnSpc>
              <a:spcBef>
                <a:spcPts val="0"/>
              </a:spcBef>
              <a:spcAft>
                <a:spcPts val="600"/>
              </a:spcAft>
              <a:buClrTx/>
              <a:buSzTx/>
              <a:buFont typeface="System Font Regular"/>
              <a:buNone/>
              <a:defRPr sz="2000">
                <a:solidFill>
                  <a:schemeClr val="accent5"/>
                </a:solidFill>
                <a:latin typeface="Georgia"/>
                <a:ea typeface="Georgia"/>
                <a:cs typeface="Georgia"/>
              </a:defRPr>
            </a:lvl1pPr>
          </a:lstStyle>
          <a:p>
            <a:pPr marL="0" marR="0" lvl="0" indent="0" algn="ctr" defTabSz="914400">
              <a:lnSpc>
                <a:spcPct val="95000"/>
              </a:lnSpc>
              <a:spcBef>
                <a:spcPts val="0"/>
              </a:spcBef>
              <a:spcAft>
                <a:spcPts val="600"/>
              </a:spcAft>
              <a:buClrTx/>
              <a:buSzTx/>
              <a:buFont typeface="System Font Regular"/>
              <a:buNone/>
            </a:pPr>
            <a:r>
              <a:t>X</a:t>
            </a:r>
          </a:p>
          <a:p>
            <a:pPr lvl="0">
              <a:buNone/>
            </a:pPr>
            <a:endParaRPr/>
          </a:p>
        </p:txBody>
      </p:sp>
      <p:sp>
        <p:nvSpPr>
          <p:cNvPr id="13" name="Number">
            <a:extLst>
              <a:ext uri="{FF2B5EF4-FFF2-40B4-BE49-F238E27FC236}">
                <a16:creationId xmlns:a16="http://schemas.microsoft.com/office/drawing/2014/main" id="{85B432C7-6194-C04D-8607-A1DFBA3219E4}"/>
              </a:ext>
            </a:extLst>
          </p:cNvPr>
          <p:cNvSpPr>
            <a:spLocks noGrp="1"/>
          </p:cNvSpPr>
          <p:nvPr>
            <p:ph type="body" idx="10" hasCustomPrompt="1"/>
          </p:nvPr>
        </p:nvSpPr>
        <p:spPr>
          <a:xfrm>
            <a:off x="768095" y="1839732"/>
            <a:ext cx="439953" cy="395562"/>
          </a:xfrm>
          <a:prstGeom prst="rect">
            <a:avLst/>
          </a:prstGeom>
        </p:spPr>
        <p:txBody>
          <a:bodyPr lIns="0" rIns="0">
            <a:noAutofit/>
          </a:bodyPr>
          <a:lstStyle>
            <a:lvl1pPr marL="0" indent="0" algn="ctr">
              <a:buNone/>
              <a:defRPr sz="2000">
                <a:solidFill>
                  <a:schemeClr val="accent5"/>
                </a:solidFill>
                <a:latin typeface="Georgia"/>
                <a:ea typeface="Georgia"/>
                <a:cs typeface="Georgia"/>
              </a:defRPr>
            </a:lvl1pPr>
          </a:lstStyle>
          <a:p>
            <a:pPr lvl="0">
              <a:buNone/>
            </a:pPr>
            <a:r>
              <a:t>X</a:t>
            </a:r>
          </a:p>
        </p:txBody>
      </p:sp>
      <p:sp>
        <p:nvSpPr>
          <p:cNvPr id="23" name="Text Field">
            <a:extLst>
              <a:ext uri="{FF2B5EF4-FFF2-40B4-BE49-F238E27FC236}">
                <a16:creationId xmlns:a16="http://schemas.microsoft.com/office/drawing/2014/main" id="{6D1BD307-5E4B-9647-A402-54CF30BEC3C6}"/>
              </a:ext>
            </a:extLst>
          </p:cNvPr>
          <p:cNvSpPr>
            <a:spLocks noGrp="1"/>
          </p:cNvSpPr>
          <p:nvPr>
            <p:ph type="body" idx="19"/>
          </p:nvPr>
        </p:nvSpPr>
        <p:spPr>
          <a:xfrm>
            <a:off x="1371412" y="3916426"/>
            <a:ext cx="4471604" cy="395562"/>
          </a:xfrm>
          <a:prstGeom prst="rect">
            <a:avLst/>
          </a:prstGeom>
        </p:spPr>
        <p:txBody>
          <a:bodyPr lIns="0" rIns="0">
            <a:noAutofit/>
          </a:bodyPr>
          <a:lstStyle>
            <a:lvl1pPr marL="0" indent="0">
              <a:lnSpc>
                <a:spcPct val="100000"/>
              </a:lnSpc>
              <a:spcBef>
                <a:spcPts val="0"/>
              </a:spcBef>
              <a:spcAft>
                <a:spcPts val="1200"/>
              </a:spcAft>
              <a:buSzPct val="70000"/>
              <a:buFont typeface="Arial"/>
              <a:buNone/>
              <a:defRPr sz="2400" b="0" i="0">
                <a:solidFill>
                  <a:schemeClr val="tx1"/>
                </a:solidFill>
                <a:latin typeface="Oracle Sans"/>
                <a:ea typeface="Oracle Sans"/>
                <a:cs typeface="Oracle Sans"/>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endParaRPr/>
          </a:p>
        </p:txBody>
      </p:sp>
      <p:sp>
        <p:nvSpPr>
          <p:cNvPr id="22" name="Text Field">
            <a:extLst>
              <a:ext uri="{FF2B5EF4-FFF2-40B4-BE49-F238E27FC236}">
                <a16:creationId xmlns:a16="http://schemas.microsoft.com/office/drawing/2014/main" id="{A5DE72B7-8353-7C47-A8C2-69DED713D179}"/>
              </a:ext>
            </a:extLst>
          </p:cNvPr>
          <p:cNvSpPr>
            <a:spLocks noGrp="1"/>
          </p:cNvSpPr>
          <p:nvPr>
            <p:ph type="body" idx="18"/>
          </p:nvPr>
        </p:nvSpPr>
        <p:spPr>
          <a:xfrm>
            <a:off x="1371412" y="3397229"/>
            <a:ext cx="4471604" cy="395562"/>
          </a:xfrm>
          <a:prstGeom prst="rect">
            <a:avLst/>
          </a:prstGeom>
        </p:spPr>
        <p:txBody>
          <a:bodyPr lIns="0" rIns="0">
            <a:noAutofit/>
          </a:bodyPr>
          <a:lstStyle>
            <a:lvl1pPr marL="0" indent="0">
              <a:lnSpc>
                <a:spcPct val="100000"/>
              </a:lnSpc>
              <a:spcBef>
                <a:spcPts val="0"/>
              </a:spcBef>
              <a:spcAft>
                <a:spcPts val="1200"/>
              </a:spcAft>
              <a:buSzPct val="70000"/>
              <a:buFont typeface="Arial"/>
              <a:buNone/>
              <a:defRPr sz="2400" b="0" i="0">
                <a:solidFill>
                  <a:schemeClr val="tx1"/>
                </a:solidFill>
                <a:latin typeface="Oracle Sans"/>
                <a:ea typeface="Oracle Sans"/>
                <a:cs typeface="Oracle Sans"/>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endParaRPr/>
          </a:p>
        </p:txBody>
      </p:sp>
      <p:sp>
        <p:nvSpPr>
          <p:cNvPr id="20" name="Text Field">
            <a:extLst>
              <a:ext uri="{FF2B5EF4-FFF2-40B4-BE49-F238E27FC236}">
                <a16:creationId xmlns:a16="http://schemas.microsoft.com/office/drawing/2014/main" id="{35FDD008-E0E6-4746-AB5B-78D012E92B2E}"/>
              </a:ext>
            </a:extLst>
          </p:cNvPr>
          <p:cNvSpPr>
            <a:spLocks noGrp="1"/>
          </p:cNvSpPr>
          <p:nvPr>
            <p:ph type="body" idx="17"/>
          </p:nvPr>
        </p:nvSpPr>
        <p:spPr>
          <a:xfrm>
            <a:off x="1371412" y="2878032"/>
            <a:ext cx="4471604" cy="395562"/>
          </a:xfrm>
          <a:prstGeom prst="rect">
            <a:avLst/>
          </a:prstGeom>
        </p:spPr>
        <p:txBody>
          <a:bodyPr lIns="0" rIns="0">
            <a:noAutofit/>
          </a:bodyPr>
          <a:lstStyle>
            <a:lvl1pPr marL="0" indent="0">
              <a:lnSpc>
                <a:spcPct val="100000"/>
              </a:lnSpc>
              <a:spcBef>
                <a:spcPts val="0"/>
              </a:spcBef>
              <a:spcAft>
                <a:spcPts val="1200"/>
              </a:spcAft>
              <a:buSzPct val="70000"/>
              <a:buFont typeface="Arial"/>
              <a:buNone/>
              <a:defRPr sz="2400" b="0" i="0">
                <a:solidFill>
                  <a:schemeClr val="tx1"/>
                </a:solidFill>
                <a:latin typeface="Oracle Sans"/>
                <a:ea typeface="Oracle Sans"/>
                <a:cs typeface="Oracle Sans"/>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endParaRPr/>
          </a:p>
        </p:txBody>
      </p:sp>
      <p:sp>
        <p:nvSpPr>
          <p:cNvPr id="19" name="Text Field">
            <a:extLst>
              <a:ext uri="{FF2B5EF4-FFF2-40B4-BE49-F238E27FC236}">
                <a16:creationId xmlns:a16="http://schemas.microsoft.com/office/drawing/2014/main" id="{53E966DA-E5B9-074E-B0AA-F5451AF51BAE}"/>
              </a:ext>
            </a:extLst>
          </p:cNvPr>
          <p:cNvSpPr>
            <a:spLocks noGrp="1"/>
          </p:cNvSpPr>
          <p:nvPr>
            <p:ph type="body" idx="16"/>
          </p:nvPr>
        </p:nvSpPr>
        <p:spPr>
          <a:xfrm>
            <a:off x="1371412" y="2358835"/>
            <a:ext cx="4471604" cy="395562"/>
          </a:xfrm>
          <a:prstGeom prst="rect">
            <a:avLst/>
          </a:prstGeom>
        </p:spPr>
        <p:txBody>
          <a:bodyPr lIns="0" rIns="0">
            <a:noAutofit/>
          </a:bodyPr>
          <a:lstStyle>
            <a:lvl1pPr marL="0" indent="0">
              <a:lnSpc>
                <a:spcPct val="100000"/>
              </a:lnSpc>
              <a:spcBef>
                <a:spcPts val="0"/>
              </a:spcBef>
              <a:spcAft>
                <a:spcPts val="1200"/>
              </a:spcAft>
              <a:buSzPct val="70000"/>
              <a:buFont typeface="Arial"/>
              <a:buNone/>
              <a:defRPr sz="2400" b="0" i="0">
                <a:solidFill>
                  <a:schemeClr val="tx1"/>
                </a:solidFill>
                <a:latin typeface="Oracle Sans"/>
                <a:ea typeface="Oracle Sans"/>
                <a:cs typeface="Oracle Sans"/>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endParaRPr/>
          </a:p>
        </p:txBody>
      </p:sp>
      <p:sp>
        <p:nvSpPr>
          <p:cNvPr id="3" name="Text Field">
            <a:extLst>
              <a:ext uri="{FF2B5EF4-FFF2-40B4-BE49-F238E27FC236}">
                <a16:creationId xmlns:a16="http://schemas.microsoft.com/office/drawing/2014/main" id="{FD86EFD9-8225-47A7-9DFF-A350F67E94AA}"/>
              </a:ext>
            </a:extLst>
          </p:cNvPr>
          <p:cNvSpPr>
            <a:spLocks noGrp="1"/>
          </p:cNvSpPr>
          <p:nvPr>
            <p:ph type="body" idx="1"/>
          </p:nvPr>
        </p:nvSpPr>
        <p:spPr>
          <a:xfrm>
            <a:off x="1371412" y="1839638"/>
            <a:ext cx="4471604" cy="395562"/>
          </a:xfrm>
          <a:prstGeom prst="rect">
            <a:avLst/>
          </a:prstGeom>
        </p:spPr>
        <p:txBody>
          <a:bodyPr lIns="0" rIns="0">
            <a:noAutofit/>
          </a:bodyPr>
          <a:lstStyle>
            <a:lvl1pPr marL="0" indent="0">
              <a:lnSpc>
                <a:spcPct val="100000"/>
              </a:lnSpc>
              <a:spcBef>
                <a:spcPts val="0"/>
              </a:spcBef>
              <a:spcAft>
                <a:spcPts val="1200"/>
              </a:spcAft>
              <a:buSzPct val="70000"/>
              <a:buFont typeface="Arial"/>
              <a:buNone/>
              <a:defRPr sz="2400" b="0" i="0">
                <a:solidFill>
                  <a:schemeClr val="tx1"/>
                </a:solidFill>
                <a:latin typeface="Oracle Sans"/>
                <a:ea typeface="Oracle Sans"/>
                <a:cs typeface="Oracle Sans"/>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endParaRPr/>
          </a:p>
        </p:txBody>
      </p:sp>
      <p:sp>
        <p:nvSpPr>
          <p:cNvPr id="30" name="Accent Mark">
            <a:extLst>
              <a:ext uri="{FF2B5EF4-FFF2-40B4-BE49-F238E27FC236}">
                <a16:creationId xmlns:a16="http://schemas.microsoft.com/office/drawing/2014/main" id="{0E800D98-BD34-4B5F-89AA-26AEFA875F78}"/>
              </a:ext>
            </a:extLst>
          </p:cNvPr>
          <p:cNvSpPr>
            <a:spLocks noGrp="1"/>
          </p:cNvSpPr>
          <p:nvPr/>
        </p:nvSpPr>
        <p:spPr>
          <a:xfrm flipH="1">
            <a:off x="768095" y="1584959"/>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44" name="Title">
            <a:extLst>
              <a:ext uri="{FF2B5EF4-FFF2-40B4-BE49-F238E27FC236}">
                <a16:creationId xmlns:a16="http://schemas.microsoft.com/office/drawing/2014/main" id="{985C1EE6-5D28-F64E-BD6D-93704583EE44}"/>
              </a:ext>
            </a:extLst>
          </p:cNvPr>
          <p:cNvSpPr>
            <a:spLocks noGrp="1"/>
          </p:cNvSpPr>
          <p:nvPr>
            <p:ph type="body" idx="32" hasCustomPrompt="1"/>
          </p:nvPr>
        </p:nvSpPr>
        <p:spPr>
          <a:xfrm>
            <a:off x="762000" y="508000"/>
            <a:ext cx="10671048" cy="822960"/>
          </a:xfrm>
        </p:spPr>
        <p:txBody>
          <a:bodyPr anchor="b"/>
          <a:lstStyle>
            <a:lvl1pPr>
              <a:buNone/>
              <a:defRPr sz="2400" b="1"/>
            </a:lvl1pPr>
          </a:lstStyle>
          <a:p>
            <a:pPr lvl="0">
              <a:buNone/>
            </a:pPr>
            <a:r>
              <a:t>Title</a:t>
            </a:r>
          </a:p>
        </p:txBody>
      </p:sp>
      <p:pic>
        <p:nvPicPr>
          <p:cNvPr id="76" name="Abstract Pattern Strip"/>
          <p:cNvPicPr>
            <a:picLocks noChangeAspect="1"/>
          </p:cNvPicPr>
          <p:nvPr/>
        </p:nvPicPr>
        <p:blipFill>
          <a:blip r:embed="rId4"/>
          <a:stretch>
            <a:fillRect/>
          </a:stretch>
        </p:blipFill>
        <p:spPr>
          <a:xfrm>
            <a:off x="0" y="0"/>
            <a:ext cx="12192000" cy="2540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Light - Quote with Data Texture Background">
    <p:bg>
      <p:bgPr>
        <a:solidFill>
          <a:schemeClr val="bg1"/>
        </a:solidFill>
        <a:effectLst/>
      </p:bgPr>
    </p:bg>
    <p:spTree>
      <p:nvGrpSpPr>
        <p:cNvPr id="1" name=""/>
        <p:cNvGrpSpPr/>
        <p:nvPr/>
      </p:nvGrpSpPr>
      <p:grpSpPr>
        <a:xfrm>
          <a:off x="0" y="0"/>
          <a:ext cx="0" cy="0"/>
          <a:chOff x="0" y="0"/>
          <a:chExt cx="0" cy="0"/>
        </a:xfrm>
      </p:grpSpPr>
      <p:pic>
        <p:nvPicPr>
          <p:cNvPr id="29" name="Data Texture Image"/>
          <p:cNvPicPr>
            <a:picLocks noChangeAspect="1"/>
          </p:cNvPicPr>
          <p:nvPr/>
        </p:nvPicPr>
        <p:blipFill>
          <a:blip r:embed="rId2">
            <a:alphaModFix amt="30000"/>
          </a:blip>
          <a:srcRect/>
          <a:stretch/>
        </p:blipFill>
        <p:spPr>
          <a:xfrm>
            <a:off x="0" y="0"/>
            <a:ext cx="12192000" cy="6858000"/>
          </a:xfrm>
          <a:prstGeom prst="rect">
            <a:avLst/>
          </a:prstGeom>
        </p:spPr>
      </p:pic>
      <p:pic>
        <p:nvPicPr>
          <p:cNvPr id="30" name="OTag"/>
          <p:cNvPicPr>
            <a:picLocks noChangeAspect="1"/>
          </p:cNvPicPr>
          <p:nvPr/>
        </p:nvPicPr>
        <p:blipFill>
          <a:blip r:embed="rId3"/>
          <a:stretch>
            <a:fillRect/>
          </a:stretch>
        </p:blipFill>
        <p:spPr>
          <a:xfrm>
            <a:off x="11183112" y="6355080"/>
            <a:ext cx="502920" cy="502920"/>
          </a:xfrm>
          <a:prstGeom prst="rect">
            <a:avLst/>
          </a:prstGeom>
        </p:spPr>
      </p:pic>
      <p:sp>
        <p:nvSpPr>
          <p:cNvPr id="15" name="Footer">
            <a:extLst>
              <a:ext uri="{FF2B5EF4-FFF2-40B4-BE49-F238E27FC236}">
                <a16:creationId xmlns:a16="http://schemas.microsoft.com/office/drawing/2014/main" id="{BD6A4DBE-C2D1-0143-B03F-46AD99BF53BE}"/>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25" name="Slide Number">
            <a:extLst>
              <a:ext uri="{FF2B5EF4-FFF2-40B4-BE49-F238E27FC236}">
                <a16:creationId xmlns:a16="http://schemas.microsoft.com/office/drawing/2014/main" id="{CF4AC442-1E4B-8E49-A1D2-97D0EDB48C48}"/>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12" name="Text Field">
            <a:extLst>
              <a:ext uri="{FF2B5EF4-FFF2-40B4-BE49-F238E27FC236}">
                <a16:creationId xmlns:a16="http://schemas.microsoft.com/office/drawing/2014/main" id="{36C31D35-A48A-6B46-A3DB-FDB99CCA72F4}"/>
              </a:ext>
            </a:extLst>
          </p:cNvPr>
          <p:cNvSpPr>
            <a:spLocks noGrp="1"/>
          </p:cNvSpPr>
          <p:nvPr>
            <p:ph type="body" idx="36" hasCustomPrompt="1"/>
          </p:nvPr>
        </p:nvSpPr>
        <p:spPr>
          <a:xfrm>
            <a:off x="761999" y="4706392"/>
            <a:ext cx="5333999" cy="895181"/>
          </a:xfrm>
        </p:spPr>
        <p:txBody>
          <a:bodyPr>
            <a:noAutofit/>
          </a:bodyPr>
          <a:lstStyle>
            <a:lvl1pPr>
              <a:buNone/>
              <a:defRPr/>
            </a:lvl1pPr>
          </a:lstStyle>
          <a:p>
            <a:pPr lvl="0">
              <a:buNone/>
            </a:pPr>
            <a:r>
              <a:t>Additional information if needed</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idx="37" hasCustomPrompt="1"/>
          </p:nvPr>
        </p:nvSpPr>
        <p:spPr>
          <a:xfrm>
            <a:off x="761999" y="4368799"/>
            <a:ext cx="5333999" cy="266291"/>
          </a:xfrm>
        </p:spPr>
        <p:txBody>
          <a:bodyPr>
            <a:noAutofit/>
          </a:bodyPr>
          <a:lstStyle>
            <a:lvl1pPr>
              <a:buNone/>
              <a:defRPr b="1"/>
            </a:lvl1pPr>
          </a:lstStyle>
          <a:p>
            <a:pPr lvl="0">
              <a:buNone/>
            </a:pPr>
            <a:r>
              <a:t>Name of person quoted</a:t>
            </a:r>
          </a:p>
        </p:txBody>
      </p:sp>
      <p:sp>
        <p:nvSpPr>
          <p:cNvPr id="22" name="Accent Mark">
            <a:extLst>
              <a:ext uri="{FF2B5EF4-FFF2-40B4-BE49-F238E27FC236}">
                <a16:creationId xmlns:a16="http://schemas.microsoft.com/office/drawing/2014/main" id="{B0224D83-7EC5-4107-A1FF-5171FABD566B}"/>
              </a:ext>
            </a:extLst>
          </p:cNvPr>
          <p:cNvSpPr>
            <a:spLocks noGrp="1"/>
          </p:cNvSpPr>
          <p:nvPr/>
        </p:nvSpPr>
        <p:spPr>
          <a:xfrm flipH="1">
            <a:off x="762000" y="4115028"/>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21" name="Quote">
            <a:extLst>
              <a:ext uri="{FF2B5EF4-FFF2-40B4-BE49-F238E27FC236}">
                <a16:creationId xmlns:a16="http://schemas.microsoft.com/office/drawing/2014/main" id="{2986242B-B8ED-0E49-8935-3E4635F59B04}"/>
              </a:ext>
            </a:extLst>
          </p:cNvPr>
          <p:cNvSpPr>
            <a:spLocks noGrp="1"/>
          </p:cNvSpPr>
          <p:nvPr>
            <p:ph type="body" idx="13" hasCustomPrompt="1"/>
          </p:nvPr>
        </p:nvSpPr>
        <p:spPr>
          <a:xfrm>
            <a:off x="762000" y="2383542"/>
            <a:ext cx="10671048" cy="1477328"/>
          </a:xfrm>
          <a:prstGeom prst="rect">
            <a:avLst/>
          </a:prstGeom>
        </p:spPr>
        <p:txBody>
          <a:bodyPr wrap="square" lIns="0" anchor="b">
            <a:noAutofit/>
          </a:bodyPr>
          <a:lstStyle>
            <a:lvl1pPr marL="0" indent="0" algn="l">
              <a:lnSpc>
                <a:spcPct val="100000"/>
              </a:lnSpc>
              <a:spcBef>
                <a:spcPts val="0"/>
              </a:spcBef>
              <a:buNone/>
              <a:defRPr sz="3200" b="0" i="0">
                <a:latin typeface="+mj-lt"/>
                <a:ea typeface="+mj-lt"/>
                <a:cs typeface="+mj-lt"/>
              </a:defRPr>
            </a:lvl1pPr>
          </a:lstStyle>
          <a:p>
            <a:pPr lvl="0">
              <a:buNone/>
            </a:pPr>
            <a:r>
              <a:t>“Click to type customer or partner quote surrounded by quotation marks.” Remove/replace placeholder logo as needed.</a:t>
            </a:r>
          </a:p>
        </p:txBody>
      </p:sp>
      <p:pic>
        <p:nvPicPr>
          <p:cNvPr id="37" name="Abstract Pattern Strip"/>
          <p:cNvPicPr>
            <a:picLocks noChangeAspect="1"/>
          </p:cNvPicPr>
          <p:nvPr/>
        </p:nvPicPr>
        <p:blipFill>
          <a:blip r:embed="rId4"/>
          <a:stretch>
            <a:fillRect/>
          </a:stretch>
        </p:blipFill>
        <p:spPr>
          <a:xfrm>
            <a:off x="0" y="0"/>
            <a:ext cx="12192000" cy="254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Light - Quote with Picture">
    <p:bg>
      <p:bgPr>
        <a:solidFill>
          <a:schemeClr val="bg2"/>
        </a:solidFill>
        <a:effectLst/>
      </p:bgPr>
    </p:bg>
    <p:spTree>
      <p:nvGrpSpPr>
        <p:cNvPr id="1" name=""/>
        <p:cNvGrpSpPr/>
        <p:nvPr/>
      </p:nvGrpSpPr>
      <p:grpSpPr>
        <a:xfrm>
          <a:off x="0" y="0"/>
          <a:ext cx="0" cy="0"/>
          <a:chOff x="0" y="0"/>
          <a:chExt cx="0" cy="0"/>
        </a:xfrm>
      </p:grpSpPr>
      <p:pic>
        <p:nvPicPr>
          <p:cNvPr id="30" name="Data Texture Image"/>
          <p:cNvPicPr>
            <a:picLocks noChangeAspect="1"/>
          </p:cNvPicPr>
          <p:nvPr/>
        </p:nvPicPr>
        <p:blipFill rotWithShape="1">
          <a:blip r:embed="rId2">
            <a:alphaModFix amt="30000"/>
          </a:blip>
          <a:srcRect r="60000"/>
          <a:stretch/>
        </p:blipFill>
        <p:spPr>
          <a:xfrm>
            <a:off x="0" y="0"/>
            <a:ext cx="4876800" cy="6858000"/>
          </a:xfrm>
          <a:prstGeom prst="rect">
            <a:avLst/>
          </a:prstGeom>
        </p:spPr>
      </p:pic>
      <p:pic>
        <p:nvPicPr>
          <p:cNvPr id="31" name="OTag"/>
          <p:cNvPicPr>
            <a:picLocks noChangeAspect="1"/>
          </p:cNvPicPr>
          <p:nvPr/>
        </p:nvPicPr>
        <p:blipFill>
          <a:blip r:embed="rId3"/>
          <a:stretch>
            <a:fillRect/>
          </a:stretch>
        </p:blipFill>
        <p:spPr>
          <a:xfrm>
            <a:off x="11183112" y="6355080"/>
            <a:ext cx="502920" cy="502920"/>
          </a:xfrm>
          <a:prstGeom prst="rect">
            <a:avLst/>
          </a:prstGeom>
        </p:spPr>
      </p:pic>
      <p:sp>
        <p:nvSpPr>
          <p:cNvPr id="14" name="Footer">
            <a:extLst>
              <a:ext uri="{FF2B5EF4-FFF2-40B4-BE49-F238E27FC236}">
                <a16:creationId xmlns:a16="http://schemas.microsoft.com/office/drawing/2014/main" id="{DE2C5228-7B29-2845-809E-1891554EBF52}"/>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20" name="Slide Number">
            <a:extLst>
              <a:ext uri="{FF2B5EF4-FFF2-40B4-BE49-F238E27FC236}">
                <a16:creationId xmlns:a16="http://schemas.microsoft.com/office/drawing/2014/main" id="{EE72B65C-E243-794C-857A-A0D39057C3AE}"/>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11" name="Text Field">
            <a:extLst>
              <a:ext uri="{FF2B5EF4-FFF2-40B4-BE49-F238E27FC236}">
                <a16:creationId xmlns:a16="http://schemas.microsoft.com/office/drawing/2014/main" id="{CBFB97F9-F988-C34C-8B6D-BB4A4D881736}"/>
              </a:ext>
            </a:extLst>
          </p:cNvPr>
          <p:cNvSpPr>
            <a:spLocks noGrp="1"/>
          </p:cNvSpPr>
          <p:nvPr>
            <p:ph type="body" idx="36" hasCustomPrompt="1"/>
          </p:nvPr>
        </p:nvSpPr>
        <p:spPr>
          <a:xfrm>
            <a:off x="5126734" y="5152453"/>
            <a:ext cx="6300216" cy="895181"/>
          </a:xfrm>
        </p:spPr>
        <p:txBody>
          <a:bodyPr>
            <a:noAutofit/>
          </a:bodyPr>
          <a:lstStyle>
            <a:lvl1pPr>
              <a:buNone/>
              <a:defRPr/>
            </a:lvl1pPr>
          </a:lstStyle>
          <a:p>
            <a:pPr lvl="0">
              <a:buNone/>
            </a:pPr>
            <a:r>
              <a:t>Additional information if needed</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idx="37" hasCustomPrompt="1"/>
          </p:nvPr>
        </p:nvSpPr>
        <p:spPr>
          <a:xfrm>
            <a:off x="5126734" y="4814860"/>
            <a:ext cx="6300216" cy="266291"/>
          </a:xfrm>
        </p:spPr>
        <p:txBody>
          <a:bodyPr>
            <a:noAutofit/>
          </a:bodyPr>
          <a:lstStyle>
            <a:lvl1pPr>
              <a:buNone/>
              <a:defRPr b="1"/>
            </a:lvl1pPr>
          </a:lstStyle>
          <a:p>
            <a:pPr lvl="0">
              <a:buNone/>
            </a:pPr>
            <a:r>
              <a:t>Name of person quoted</a:t>
            </a:r>
          </a:p>
        </p:txBody>
      </p:sp>
      <p:sp>
        <p:nvSpPr>
          <p:cNvPr id="26" name="Accent Mark">
            <a:extLst>
              <a:ext uri="{FF2B5EF4-FFF2-40B4-BE49-F238E27FC236}">
                <a16:creationId xmlns:a16="http://schemas.microsoft.com/office/drawing/2014/main" id="{D3E4D229-8479-4ACB-B4E1-0B0C484FDD28}"/>
              </a:ext>
            </a:extLst>
          </p:cNvPr>
          <p:cNvSpPr>
            <a:spLocks noGrp="1"/>
          </p:cNvSpPr>
          <p:nvPr/>
        </p:nvSpPr>
        <p:spPr>
          <a:xfrm flipH="1">
            <a:off x="5132832" y="4561089"/>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25" name="Quote">
            <a:extLst>
              <a:ext uri="{FF2B5EF4-FFF2-40B4-BE49-F238E27FC236}">
                <a16:creationId xmlns:a16="http://schemas.microsoft.com/office/drawing/2014/main" id="{38A1ED2B-730F-DB4F-8E69-07241B0A4987}"/>
              </a:ext>
            </a:extLst>
          </p:cNvPr>
          <p:cNvSpPr>
            <a:spLocks noGrp="1"/>
          </p:cNvSpPr>
          <p:nvPr>
            <p:ph type="body" idx="13" hasCustomPrompt="1"/>
          </p:nvPr>
        </p:nvSpPr>
        <p:spPr>
          <a:xfrm>
            <a:off x="5126735" y="2337161"/>
            <a:ext cx="6300216" cy="1969770"/>
          </a:xfrm>
          <a:prstGeom prst="rect">
            <a:avLst/>
          </a:prstGeom>
        </p:spPr>
        <p:txBody>
          <a:bodyPr lIns="0" anchor="b">
            <a:spAutoFit/>
          </a:bodyPr>
          <a:lstStyle>
            <a:lvl1pPr marL="0" indent="0" algn="l">
              <a:lnSpc>
                <a:spcPct val="100000"/>
              </a:lnSpc>
              <a:spcBef>
                <a:spcPts val="0"/>
              </a:spcBef>
              <a:buNone/>
              <a:defRPr sz="3200" b="0" i="0">
                <a:latin typeface="+mj-lt"/>
                <a:ea typeface="+mj-lt"/>
                <a:cs typeface="+mj-lt"/>
              </a:defRPr>
            </a:lvl1pPr>
          </a:lstStyle>
          <a:p>
            <a:pPr lvl="0">
              <a:buNone/>
            </a:pPr>
            <a:r>
              <a:t>“Click to type customer or partner quote surrounded by quotation marks.” Remove/replace placeholder image as needed.</a:t>
            </a:r>
          </a:p>
        </p:txBody>
      </p:sp>
      <p:pic>
        <p:nvPicPr>
          <p:cNvPr id="38" name="Abstract Pattern Strip"/>
          <p:cNvPicPr>
            <a:picLocks noChangeAspect="1"/>
          </p:cNvPicPr>
          <p:nvPr/>
        </p:nvPicPr>
        <p:blipFill>
          <a:blip r:embed="rId4"/>
          <a:stretch>
            <a:fillRect/>
          </a:stretch>
        </p:blipFill>
        <p:spPr>
          <a:xfrm>
            <a:off x="0" y="0"/>
            <a:ext cx="12192000" cy="25400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ight - Quote with Abstract Border">
    <p:bg>
      <p:bgPr>
        <a:solidFill>
          <a:schemeClr val="bg2"/>
        </a:solidFill>
        <a:effectLst/>
      </p:bgPr>
    </p:bg>
    <p:spTree>
      <p:nvGrpSpPr>
        <p:cNvPr id="1" name=""/>
        <p:cNvGrpSpPr/>
        <p:nvPr/>
      </p:nvGrpSpPr>
      <p:grpSpPr>
        <a:xfrm>
          <a:off x="0" y="0"/>
          <a:ext cx="0" cy="0"/>
          <a:chOff x="0" y="0"/>
          <a:chExt cx="0" cy="0"/>
        </a:xfrm>
      </p:grpSpPr>
      <p:pic>
        <p:nvPicPr>
          <p:cNvPr id="24" name="Abstract Illustration"/>
          <p:cNvPicPr>
            <a:picLocks noChangeAspect="1"/>
          </p:cNvPicPr>
          <p:nvPr/>
        </p:nvPicPr>
        <p:blipFill>
          <a:blip r:embed="rId2"/>
          <a:srcRect/>
          <a:stretch>
            <a:fillRect/>
          </a:stretch>
        </p:blipFill>
        <p:spPr>
          <a:xfrm>
            <a:off x="0" y="0"/>
            <a:ext cx="12192000" cy="6858000"/>
          </a:xfrm>
        </p:spPr>
      </p:pic>
      <p:pic>
        <p:nvPicPr>
          <p:cNvPr id="25" name="OTag"/>
          <p:cNvPicPr>
            <a:picLocks noChangeAspect="1"/>
          </p:cNvPicPr>
          <p:nvPr/>
        </p:nvPicPr>
        <p:blipFill>
          <a:blip r:embed="rId3"/>
          <a:stretch>
            <a:fillRect/>
          </a:stretch>
        </p:blipFill>
        <p:spPr>
          <a:xfrm>
            <a:off x="11183112" y="6355080"/>
            <a:ext cx="502920" cy="502920"/>
          </a:xfrm>
          <a:prstGeom prst="rect">
            <a:avLst/>
          </a:prstGeom>
        </p:spPr>
      </p:pic>
      <p:sp>
        <p:nvSpPr>
          <p:cNvPr id="16" name="Footer">
            <a:extLst>
              <a:ext uri="{FF2B5EF4-FFF2-40B4-BE49-F238E27FC236}">
                <a16:creationId xmlns:a16="http://schemas.microsoft.com/office/drawing/2014/main" id="{DDFC6D9C-FDF9-F949-B5D5-6521B6F60D6B}"/>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chemeClr val="bg2"/>
                </a:solidFill>
              </a:defRPr>
            </a:lvl1pPr>
          </a:lstStyle>
          <a:p>
            <a:r>
              <a:t>Copyright © 2023, Oracle and/or its affiliates  |  Confidential: Internal/Restricted</a:t>
            </a:r>
          </a:p>
        </p:txBody>
      </p:sp>
      <p:sp>
        <p:nvSpPr>
          <p:cNvPr id="12" name="Slide Number">
            <a:extLst>
              <a:ext uri="{FF2B5EF4-FFF2-40B4-BE49-F238E27FC236}">
                <a16:creationId xmlns:a16="http://schemas.microsoft.com/office/drawing/2014/main" id="{95A033EA-7970-B64A-B936-A4621582ECE2}"/>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chemeClr val="bg1"/>
                </a:solidFill>
              </a:defRPr>
            </a:lvl1pPr>
          </a:lstStyle>
          <a:p>
            <a:fld id="{345D60D9-5372-5F40-9443-0F9AE5BDC3C8}" type="slidenum">
              <a:t>‹#›</a:t>
            </a:fld>
            <a:endParaRPr/>
          </a:p>
        </p:txBody>
      </p:sp>
      <p:sp>
        <p:nvSpPr>
          <p:cNvPr id="10" name="Text Field">
            <a:extLst>
              <a:ext uri="{FF2B5EF4-FFF2-40B4-BE49-F238E27FC236}">
                <a16:creationId xmlns:a16="http://schemas.microsoft.com/office/drawing/2014/main" id="{18FFF1FB-05AB-0B41-BAE5-8E8BC51700AF}"/>
              </a:ext>
            </a:extLst>
          </p:cNvPr>
          <p:cNvSpPr>
            <a:spLocks noGrp="1"/>
          </p:cNvSpPr>
          <p:nvPr>
            <p:ph type="body" idx="34" hasCustomPrompt="1"/>
          </p:nvPr>
        </p:nvSpPr>
        <p:spPr>
          <a:xfrm>
            <a:off x="1018030" y="4706392"/>
            <a:ext cx="5077970" cy="895181"/>
          </a:xfrm>
        </p:spPr>
        <p:txBody>
          <a:bodyPr>
            <a:noAutofit/>
          </a:bodyPr>
          <a:lstStyle>
            <a:lvl1pPr>
              <a:buNone/>
              <a:defRPr/>
            </a:lvl1pPr>
          </a:lstStyle>
          <a:p>
            <a:pPr lvl="0">
              <a:buNone/>
            </a:pPr>
            <a:r>
              <a:t>Presenter’s Title</a:t>
            </a:r>
          </a:p>
          <a:p>
            <a:pPr lvl="0">
              <a:buNone/>
            </a:pPr>
            <a:r>
              <a:t>Organization, Division or Business Unit</a:t>
            </a:r>
          </a:p>
          <a:p>
            <a:pPr lvl="0">
              <a:buNone/>
            </a:pPr>
            <a:r>
              <a:t>Month 00, 2019</a:t>
            </a:r>
          </a:p>
        </p:txBody>
      </p:sp>
      <p:sp>
        <p:nvSpPr>
          <p:cNvPr id="11" name="Text Field">
            <a:extLst>
              <a:ext uri="{FF2B5EF4-FFF2-40B4-BE49-F238E27FC236}">
                <a16:creationId xmlns:a16="http://schemas.microsoft.com/office/drawing/2014/main" id="{64B2DE50-0500-D341-B88E-362BEEF5810C}"/>
              </a:ext>
            </a:extLst>
          </p:cNvPr>
          <p:cNvSpPr>
            <a:spLocks noGrp="1"/>
          </p:cNvSpPr>
          <p:nvPr>
            <p:ph type="body" idx="35" hasCustomPrompt="1"/>
          </p:nvPr>
        </p:nvSpPr>
        <p:spPr>
          <a:xfrm>
            <a:off x="1018030" y="4368799"/>
            <a:ext cx="5077970" cy="266291"/>
          </a:xfrm>
        </p:spPr>
        <p:txBody>
          <a:bodyPr>
            <a:noAutofit/>
          </a:bodyPr>
          <a:lstStyle>
            <a:lvl1pPr>
              <a:buNone/>
              <a:defRPr b="1"/>
            </a:lvl1pPr>
          </a:lstStyle>
          <a:p>
            <a:pPr lvl="0">
              <a:buNone/>
            </a:pPr>
            <a:r>
              <a:t>Name</a:t>
            </a:r>
          </a:p>
        </p:txBody>
      </p:sp>
      <p:sp>
        <p:nvSpPr>
          <p:cNvPr id="21" name="Accent Mark">
            <a:extLst>
              <a:ext uri="{FF2B5EF4-FFF2-40B4-BE49-F238E27FC236}">
                <a16:creationId xmlns:a16="http://schemas.microsoft.com/office/drawing/2014/main" id="{AC13EC9A-07F5-469C-B458-63D2FC837F93}"/>
              </a:ext>
            </a:extLst>
          </p:cNvPr>
          <p:cNvSpPr>
            <a:spLocks noGrp="1"/>
          </p:cNvSpPr>
          <p:nvPr/>
        </p:nvSpPr>
        <p:spPr>
          <a:xfrm flipH="1">
            <a:off x="1021084" y="4115028"/>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20" name="Quote">
            <a:extLst>
              <a:ext uri="{FF2B5EF4-FFF2-40B4-BE49-F238E27FC236}">
                <a16:creationId xmlns:a16="http://schemas.microsoft.com/office/drawing/2014/main" id="{A623B5CC-1D01-324D-977F-DBEB5E2F1940}"/>
              </a:ext>
            </a:extLst>
          </p:cNvPr>
          <p:cNvSpPr>
            <a:spLocks noGrp="1"/>
          </p:cNvSpPr>
          <p:nvPr>
            <p:ph type="body" idx="13" hasCustomPrompt="1"/>
          </p:nvPr>
        </p:nvSpPr>
        <p:spPr>
          <a:xfrm>
            <a:off x="1014987" y="2383542"/>
            <a:ext cx="10149840" cy="1477328"/>
          </a:xfrm>
          <a:prstGeom prst="rect">
            <a:avLst/>
          </a:prstGeom>
        </p:spPr>
        <p:txBody>
          <a:bodyPr wrap="square" lIns="0" anchor="b">
            <a:noAutofit/>
          </a:bodyPr>
          <a:lstStyle>
            <a:lvl1pPr marL="0" indent="0" algn="l">
              <a:lnSpc>
                <a:spcPct val="100000"/>
              </a:lnSpc>
              <a:spcBef>
                <a:spcPts val="0"/>
              </a:spcBef>
              <a:buNone/>
              <a:defRPr sz="3200" b="0" i="0">
                <a:latin typeface="+mj-lt"/>
                <a:ea typeface="+mj-lt"/>
                <a:cs typeface="+mj-lt"/>
              </a:defRPr>
            </a:lvl1pPr>
          </a:lstStyle>
          <a:p>
            <a:pPr lvl="0">
              <a:buNone/>
            </a:pPr>
            <a:r>
              <a:t>“Click to type customer or partner quote surrounded by quotation marks.” Remove/replace placeholder logo as needed.</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Light - Blank">
    <p:bg>
      <p:bgPr>
        <a:solidFill>
          <a:schemeClr val="bg2"/>
        </a:solidFill>
        <a:effectLst/>
      </p:bgPr>
    </p:bg>
    <p:spTree>
      <p:nvGrpSpPr>
        <p:cNvPr id="1" name=""/>
        <p:cNvGrpSpPr/>
        <p:nvPr/>
      </p:nvGrpSpPr>
      <p:grpSpPr>
        <a:xfrm>
          <a:off x="0" y="0"/>
          <a:ext cx="0" cy="0"/>
          <a:chOff x="0" y="0"/>
          <a:chExt cx="0" cy="0"/>
        </a:xfrm>
      </p:grpSpPr>
      <p:pic>
        <p:nvPicPr>
          <p:cNvPr id="13" name="Data Texture Cloud"/>
          <p:cNvPicPr>
            <a:picLocks noChangeAspect="1"/>
          </p:cNvPicPr>
          <p:nvPr/>
        </p:nvPicPr>
        <p:blipFill rotWithShape="1">
          <a:blip r:embed="rId2">
            <a:alphaModFix amt="80000"/>
          </a:blip>
          <a:srcRect r="48609"/>
          <a:stretch/>
        </p:blipFill>
        <p:spPr>
          <a:xfrm>
            <a:off x="9881411" y="521208"/>
            <a:ext cx="2310589" cy="1700784"/>
          </a:xfrm>
          <a:prstGeom prst="rect">
            <a:avLst/>
          </a:prstGeom>
        </p:spPr>
      </p:pic>
      <p:pic>
        <p:nvPicPr>
          <p:cNvPr id="14" name="OTag"/>
          <p:cNvPicPr>
            <a:picLocks noChangeAspect="1"/>
          </p:cNvPicPr>
          <p:nvPr/>
        </p:nvPicPr>
        <p:blipFill>
          <a:blip r:embed="rId3"/>
          <a:stretch>
            <a:fillRect/>
          </a:stretch>
        </p:blipFill>
        <p:spPr>
          <a:xfrm>
            <a:off x="11183112" y="6355080"/>
            <a:ext cx="502920" cy="502920"/>
          </a:xfrm>
          <a:prstGeom prst="rect">
            <a:avLst/>
          </a:prstGeom>
        </p:spPr>
      </p:pic>
      <p:sp>
        <p:nvSpPr>
          <p:cNvPr id="9" name="Footer">
            <a:extLst>
              <a:ext uri="{FF2B5EF4-FFF2-40B4-BE49-F238E27FC236}">
                <a16:creationId xmlns:a16="http://schemas.microsoft.com/office/drawing/2014/main" id="{F8A11974-1B05-3142-902C-0DFEB16D0BB7}"/>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8" name="Slide Number">
            <a:extLst>
              <a:ext uri="{FF2B5EF4-FFF2-40B4-BE49-F238E27FC236}">
                <a16:creationId xmlns:a16="http://schemas.microsoft.com/office/drawing/2014/main" id="{0462D45F-6FA9-224B-ABF3-CE2CA4B78F68}"/>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pic>
        <p:nvPicPr>
          <p:cNvPr id="17" name="Abstract Pattern Strip"/>
          <p:cNvPicPr>
            <a:picLocks noChangeAspect="1"/>
          </p:cNvPicPr>
          <p:nvPr/>
        </p:nvPicPr>
        <p:blipFill>
          <a:blip r:embed="rId4"/>
          <a:stretch>
            <a:fillRect/>
          </a:stretch>
        </p:blipFill>
        <p:spPr>
          <a:xfrm>
            <a:off x="0" y="0"/>
            <a:ext cx="12192000" cy="25400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Light - Title Only">
    <p:bg>
      <p:bgPr>
        <a:solidFill>
          <a:schemeClr val="bg2"/>
        </a:solidFill>
        <a:effectLst/>
      </p:bgPr>
    </p:bg>
    <p:spTree>
      <p:nvGrpSpPr>
        <p:cNvPr id="1" name=""/>
        <p:cNvGrpSpPr/>
        <p:nvPr/>
      </p:nvGrpSpPr>
      <p:grpSpPr>
        <a:xfrm>
          <a:off x="0" y="0"/>
          <a:ext cx="0" cy="0"/>
          <a:chOff x="0" y="0"/>
          <a:chExt cx="0" cy="0"/>
        </a:xfrm>
      </p:grpSpPr>
      <p:pic>
        <p:nvPicPr>
          <p:cNvPr id="18" name="Data Texture Cloud"/>
          <p:cNvPicPr>
            <a:picLocks noChangeAspect="1"/>
          </p:cNvPicPr>
          <p:nvPr/>
        </p:nvPicPr>
        <p:blipFill rotWithShape="1">
          <a:blip r:embed="rId2">
            <a:alphaModFix amt="80000"/>
          </a:blip>
          <a:srcRect r="48609"/>
          <a:stretch/>
        </p:blipFill>
        <p:spPr>
          <a:xfrm>
            <a:off x="9881411" y="521208"/>
            <a:ext cx="2310589" cy="1700784"/>
          </a:xfrm>
          <a:prstGeom prst="rect">
            <a:avLst/>
          </a:prstGeom>
        </p:spPr>
      </p:pic>
      <p:pic>
        <p:nvPicPr>
          <p:cNvPr id="19" name="OTag"/>
          <p:cNvPicPr>
            <a:picLocks noChangeAspect="1"/>
          </p:cNvPicPr>
          <p:nvPr/>
        </p:nvPicPr>
        <p:blipFill>
          <a:blip r:embed="rId3"/>
          <a:stretch>
            <a:fillRect/>
          </a:stretch>
        </p:blipFill>
        <p:spPr>
          <a:xfrm>
            <a:off x="11183112" y="6355080"/>
            <a:ext cx="502920" cy="502920"/>
          </a:xfrm>
          <a:prstGeom prst="rect">
            <a:avLst/>
          </a:prstGeom>
        </p:spPr>
      </p:pic>
      <p:sp>
        <p:nvSpPr>
          <p:cNvPr id="12" name="Footer">
            <a:extLst>
              <a:ext uri="{FF2B5EF4-FFF2-40B4-BE49-F238E27FC236}">
                <a16:creationId xmlns:a16="http://schemas.microsoft.com/office/drawing/2014/main" id="{094BB478-39FC-BC45-B020-64CE083CBD80}"/>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13" name="Slide Number">
            <a:extLst>
              <a:ext uri="{FF2B5EF4-FFF2-40B4-BE49-F238E27FC236}">
                <a16:creationId xmlns:a16="http://schemas.microsoft.com/office/drawing/2014/main" id="{AA183BAF-A3AC-2441-881F-3E02660F877B}"/>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14" name="Accent Mark">
            <a:extLst>
              <a:ext uri="{FF2B5EF4-FFF2-40B4-BE49-F238E27FC236}">
                <a16:creationId xmlns:a16="http://schemas.microsoft.com/office/drawing/2014/main" id="{CFA658C2-81BA-4853-B076-276850660250}"/>
              </a:ext>
            </a:extLst>
          </p:cNvPr>
          <p:cNvSpPr>
            <a:spLocks noGrp="1"/>
          </p:cNvSpPr>
          <p:nvPr/>
        </p:nvSpPr>
        <p:spPr>
          <a:xfrm flipH="1">
            <a:off x="768095" y="1584959"/>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4" name="Title">
            <a:extLst>
              <a:ext uri="{FF2B5EF4-FFF2-40B4-BE49-F238E27FC236}">
                <a16:creationId xmlns:a16="http://schemas.microsoft.com/office/drawing/2014/main" id="{8CF093CC-9165-2740-A9A1-C2DF5C8D69CB}"/>
              </a:ext>
            </a:extLst>
          </p:cNvPr>
          <p:cNvSpPr>
            <a:spLocks noGrp="1"/>
          </p:cNvSpPr>
          <p:nvPr>
            <p:ph type="body" idx="10" hasCustomPrompt="1"/>
          </p:nvPr>
        </p:nvSpPr>
        <p:spPr>
          <a:xfrm>
            <a:off x="762000" y="508000"/>
            <a:ext cx="10671048" cy="822960"/>
          </a:xfrm>
        </p:spPr>
        <p:txBody>
          <a:bodyPr anchor="b"/>
          <a:lstStyle>
            <a:lvl1pPr>
              <a:buNone/>
              <a:defRPr sz="2400" b="1"/>
            </a:lvl1pPr>
          </a:lstStyle>
          <a:p>
            <a:pPr lvl="0">
              <a:buNone/>
            </a:pPr>
            <a:r>
              <a:t>Title</a:t>
            </a:r>
          </a:p>
        </p:txBody>
      </p:sp>
      <p:pic>
        <p:nvPicPr>
          <p:cNvPr id="24" name="Abstract Pattern Strip"/>
          <p:cNvPicPr>
            <a:picLocks noChangeAspect="1"/>
          </p:cNvPicPr>
          <p:nvPr/>
        </p:nvPicPr>
        <p:blipFill>
          <a:blip r:embed="rId4"/>
          <a:stretch>
            <a:fillRect/>
          </a:stretch>
        </p:blipFill>
        <p:spPr>
          <a:xfrm>
            <a:off x="0" y="0"/>
            <a:ext cx="12192000" cy="25400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ight - Title 1 Column">
    <p:bg>
      <p:bgPr>
        <a:solidFill>
          <a:schemeClr val="bg2"/>
        </a:solidFill>
        <a:effectLst/>
      </p:bgPr>
    </p:bg>
    <p:spTree>
      <p:nvGrpSpPr>
        <p:cNvPr id="1" name=""/>
        <p:cNvGrpSpPr/>
        <p:nvPr/>
      </p:nvGrpSpPr>
      <p:grpSpPr>
        <a:xfrm>
          <a:off x="0" y="0"/>
          <a:ext cx="0" cy="0"/>
          <a:chOff x="0" y="0"/>
          <a:chExt cx="0" cy="0"/>
        </a:xfrm>
      </p:grpSpPr>
      <p:pic>
        <p:nvPicPr>
          <p:cNvPr id="37" name="Data Texture Cloud"/>
          <p:cNvPicPr>
            <a:picLocks noChangeAspect="1"/>
          </p:cNvPicPr>
          <p:nvPr/>
        </p:nvPicPr>
        <p:blipFill rotWithShape="1">
          <a:blip r:embed="rId2">
            <a:alphaModFix amt="80000"/>
          </a:blip>
          <a:srcRect r="48609"/>
          <a:stretch/>
        </p:blipFill>
        <p:spPr>
          <a:xfrm>
            <a:off x="9881411" y="521208"/>
            <a:ext cx="2310589" cy="1700784"/>
          </a:xfrm>
          <a:prstGeom prst="rect">
            <a:avLst/>
          </a:prstGeom>
        </p:spPr>
      </p:pic>
      <p:pic>
        <p:nvPicPr>
          <p:cNvPr id="38" name="OTag"/>
          <p:cNvPicPr>
            <a:picLocks noChangeAspect="1"/>
          </p:cNvPicPr>
          <p:nvPr/>
        </p:nvPicPr>
        <p:blipFill>
          <a:blip r:embed="rId3"/>
          <a:stretch>
            <a:fillRect/>
          </a:stretch>
        </p:blipFill>
        <p:spPr>
          <a:xfrm>
            <a:off x="11183112" y="6355080"/>
            <a:ext cx="502920" cy="502920"/>
          </a:xfrm>
          <a:prstGeom prst="rect">
            <a:avLst/>
          </a:prstGeom>
        </p:spPr>
      </p:pic>
      <p:sp>
        <p:nvSpPr>
          <p:cNvPr id="14" name="Footer">
            <a:extLst>
              <a:ext uri="{FF2B5EF4-FFF2-40B4-BE49-F238E27FC236}">
                <a16:creationId xmlns:a16="http://schemas.microsoft.com/office/drawing/2014/main" id="{8F5FEAFC-E730-6143-955B-B888D65BB03B}"/>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10" name="Slide Number">
            <a:extLst>
              <a:ext uri="{FF2B5EF4-FFF2-40B4-BE49-F238E27FC236}">
                <a16:creationId xmlns:a16="http://schemas.microsoft.com/office/drawing/2014/main" id="{1E5257D9-94BC-EA48-90D5-9C33C6B01320}"/>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13" name="Text Field">
            <a:extLst>
              <a:ext uri="{FF2B5EF4-FFF2-40B4-BE49-F238E27FC236}">
                <a16:creationId xmlns:a16="http://schemas.microsoft.com/office/drawing/2014/main" id="{045207A1-9D66-724A-930C-C571DE4ABBA3}"/>
              </a:ext>
            </a:extLst>
          </p:cNvPr>
          <p:cNvSpPr>
            <a:spLocks noGrp="1"/>
          </p:cNvSpPr>
          <p:nvPr>
            <p:ph type="body" idx="12"/>
          </p:nvPr>
        </p:nvSpPr>
        <p:spPr>
          <a:xfrm>
            <a:off x="758952" y="1837944"/>
            <a:ext cx="10671048" cy="426110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3" name="Accent Mark">
            <a:extLst>
              <a:ext uri="{FF2B5EF4-FFF2-40B4-BE49-F238E27FC236}">
                <a16:creationId xmlns:a16="http://schemas.microsoft.com/office/drawing/2014/main" id="{35430067-A5A3-44DD-ABF7-F94E0140AE73}"/>
              </a:ext>
            </a:extLst>
          </p:cNvPr>
          <p:cNvSpPr>
            <a:spLocks noGrp="1"/>
          </p:cNvSpPr>
          <p:nvPr/>
        </p:nvSpPr>
        <p:spPr>
          <a:xfrm flipH="1">
            <a:off x="768095" y="1584959"/>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txBody>
          <a:bodyPr/>
          <a:lstStyle/>
          <a:p>
            <a:endParaRPr lang="en-US"/>
          </a:p>
        </p:txBody>
      </p:sp>
      <p:sp>
        <p:nvSpPr>
          <p:cNvPr id="30" name="Title">
            <a:extLst>
              <a:ext uri="{FF2B5EF4-FFF2-40B4-BE49-F238E27FC236}">
                <a16:creationId xmlns:a16="http://schemas.microsoft.com/office/drawing/2014/main" id="{B798445E-3B2E-534C-BFFA-8DEA65B69CA1}"/>
              </a:ext>
            </a:extLst>
          </p:cNvPr>
          <p:cNvSpPr>
            <a:spLocks noGrp="1"/>
          </p:cNvSpPr>
          <p:nvPr>
            <p:ph type="title" hasCustomPrompt="1"/>
          </p:nvPr>
        </p:nvSpPr>
        <p:spPr>
          <a:xfrm>
            <a:off x="762000" y="508000"/>
            <a:ext cx="10671048" cy="822960"/>
          </a:xfrm>
        </p:spPr>
        <p:txBody>
          <a:bodyPr vert="horz" lIns="0" tIns="0" rIns="0" bIns="0" anchor="b">
            <a:noAutofit/>
          </a:bodyPr>
          <a:lstStyle>
            <a:lvl1pPr>
              <a:buNone/>
              <a:defRPr sz="2400" b="1" i="0" baseline="0">
                <a:latin typeface="Oracle Sans"/>
                <a:ea typeface="Oracle Sans"/>
                <a:cs typeface="Oracle Sans"/>
              </a:defRPr>
            </a:lvl1pPr>
          </a:lstStyle>
          <a:p>
            <a:pPr marL="0" lvl="0" indent="0">
              <a:spcBef>
                <a:spcPts val="1000"/>
              </a:spcBef>
              <a:buFont typeface="Arial"/>
              <a:buNone/>
            </a:pPr>
            <a:r>
              <a:t>Title</a:t>
            </a:r>
          </a:p>
        </p:txBody>
      </p:sp>
      <p:pic>
        <p:nvPicPr>
          <p:cNvPr id="44" name="Abstract Pattern Strip"/>
          <p:cNvPicPr>
            <a:picLocks noChangeAspect="1"/>
          </p:cNvPicPr>
          <p:nvPr/>
        </p:nvPicPr>
        <p:blipFill>
          <a:blip r:embed="rId4"/>
          <a:stretch>
            <a:fillRect/>
          </a:stretch>
        </p:blipFill>
        <p:spPr>
          <a:xfrm>
            <a:off x="0" y="0"/>
            <a:ext cx="12192000" cy="254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Light - Title 2 Column">
    <p:bg>
      <p:bgPr>
        <a:solidFill>
          <a:schemeClr val="bg2"/>
        </a:solidFill>
        <a:effectLst/>
      </p:bgPr>
    </p:bg>
    <p:spTree>
      <p:nvGrpSpPr>
        <p:cNvPr id="1" name=""/>
        <p:cNvGrpSpPr/>
        <p:nvPr/>
      </p:nvGrpSpPr>
      <p:grpSpPr>
        <a:xfrm>
          <a:off x="0" y="0"/>
          <a:ext cx="0" cy="0"/>
          <a:chOff x="0" y="0"/>
          <a:chExt cx="0" cy="0"/>
        </a:xfrm>
      </p:grpSpPr>
      <p:pic>
        <p:nvPicPr>
          <p:cNvPr id="29" name="Data Texture Cloud"/>
          <p:cNvPicPr>
            <a:picLocks noChangeAspect="1"/>
          </p:cNvPicPr>
          <p:nvPr/>
        </p:nvPicPr>
        <p:blipFill rotWithShape="1">
          <a:blip r:embed="rId2">
            <a:alphaModFix amt="80000"/>
          </a:blip>
          <a:srcRect r="48609"/>
          <a:stretch/>
        </p:blipFill>
        <p:spPr>
          <a:xfrm>
            <a:off x="9881411" y="521208"/>
            <a:ext cx="2310589" cy="1700784"/>
          </a:xfrm>
          <a:prstGeom prst="rect">
            <a:avLst/>
          </a:prstGeom>
        </p:spPr>
      </p:pic>
      <p:pic>
        <p:nvPicPr>
          <p:cNvPr id="30" name="OTag"/>
          <p:cNvPicPr>
            <a:picLocks noChangeAspect="1"/>
          </p:cNvPicPr>
          <p:nvPr/>
        </p:nvPicPr>
        <p:blipFill>
          <a:blip r:embed="rId3"/>
          <a:stretch>
            <a:fillRect/>
          </a:stretch>
        </p:blipFill>
        <p:spPr>
          <a:xfrm>
            <a:off x="11183112" y="6355080"/>
            <a:ext cx="502920" cy="502920"/>
          </a:xfrm>
          <a:prstGeom prst="rect">
            <a:avLst/>
          </a:prstGeom>
        </p:spPr>
      </p:pic>
      <p:sp>
        <p:nvSpPr>
          <p:cNvPr id="13" name="Footer">
            <a:extLst>
              <a:ext uri="{FF2B5EF4-FFF2-40B4-BE49-F238E27FC236}">
                <a16:creationId xmlns:a16="http://schemas.microsoft.com/office/drawing/2014/main" id="{C90B1C98-9997-BC41-8A72-235FB5E6B247}"/>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14" name="Slide Number">
            <a:extLst>
              <a:ext uri="{FF2B5EF4-FFF2-40B4-BE49-F238E27FC236}">
                <a16:creationId xmlns:a16="http://schemas.microsoft.com/office/drawing/2014/main" id="{B1F84A78-226C-CA42-8F2B-D960C013FF3B}"/>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17" name="Text Field">
            <a:extLst>
              <a:ext uri="{FF2B5EF4-FFF2-40B4-BE49-F238E27FC236}">
                <a16:creationId xmlns:a16="http://schemas.microsoft.com/office/drawing/2014/main" id="{127206D3-5FC9-5940-86CA-B490BFF33849}"/>
              </a:ext>
            </a:extLst>
          </p:cNvPr>
          <p:cNvSpPr>
            <a:spLocks noGrp="1"/>
          </p:cNvSpPr>
          <p:nvPr>
            <p:ph type="body" idx="13"/>
          </p:nvPr>
        </p:nvSpPr>
        <p:spPr>
          <a:xfrm>
            <a:off x="6345940" y="1837944"/>
            <a:ext cx="5084064" cy="426110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5" name="Column Divider">
            <a:extLst>
              <a:ext uri="{FF2B5EF4-FFF2-40B4-BE49-F238E27FC236}">
                <a16:creationId xmlns:a16="http://schemas.microsoft.com/office/drawing/2014/main" id="{394F73FD-F7EE-4628-AD8A-F2A578B95149}"/>
              </a:ext>
            </a:extLst>
          </p:cNvPr>
          <p:cNvSpPr>
            <a:spLocks noGrp="1"/>
          </p:cNvSpPr>
          <p:nvPr/>
        </p:nvSpPr>
        <p:spPr>
          <a:xfrm>
            <a:off x="6096002" y="1838958"/>
            <a:ext cx="0" cy="4261104"/>
          </a:xfrm>
          <a:prstGeom prst="line">
            <a:avLst/>
          </a:prstGeom>
          <a:ln w="19050">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sp>
      <p:sp>
        <p:nvSpPr>
          <p:cNvPr id="16" name="Text Field">
            <a:extLst>
              <a:ext uri="{FF2B5EF4-FFF2-40B4-BE49-F238E27FC236}">
                <a16:creationId xmlns:a16="http://schemas.microsoft.com/office/drawing/2014/main" id="{1A2A31D1-C418-294D-BD2C-301BE963D206}"/>
              </a:ext>
            </a:extLst>
          </p:cNvPr>
          <p:cNvSpPr>
            <a:spLocks noGrp="1"/>
          </p:cNvSpPr>
          <p:nvPr>
            <p:ph type="body" idx="12"/>
          </p:nvPr>
        </p:nvSpPr>
        <p:spPr>
          <a:xfrm>
            <a:off x="758951" y="1837944"/>
            <a:ext cx="5084064" cy="426110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4" name="Accent Mark">
            <a:extLst>
              <a:ext uri="{FF2B5EF4-FFF2-40B4-BE49-F238E27FC236}">
                <a16:creationId xmlns:a16="http://schemas.microsoft.com/office/drawing/2014/main" id="{018A1425-98ED-4596-847C-F06DEEEB63AA}"/>
              </a:ext>
            </a:extLst>
          </p:cNvPr>
          <p:cNvSpPr>
            <a:spLocks noGrp="1"/>
          </p:cNvSpPr>
          <p:nvPr/>
        </p:nvSpPr>
        <p:spPr>
          <a:xfrm flipH="1">
            <a:off x="768095" y="1584959"/>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15" name="Title">
            <a:extLst>
              <a:ext uri="{FF2B5EF4-FFF2-40B4-BE49-F238E27FC236}">
                <a16:creationId xmlns:a16="http://schemas.microsoft.com/office/drawing/2014/main" id="{0D3E541A-8971-9E40-A861-AC82931F7911}"/>
              </a:ext>
            </a:extLst>
          </p:cNvPr>
          <p:cNvSpPr>
            <a:spLocks noGrp="1"/>
          </p:cNvSpPr>
          <p:nvPr>
            <p:ph type="title" hasCustomPrompt="1"/>
          </p:nvPr>
        </p:nvSpPr>
        <p:spPr>
          <a:xfrm>
            <a:off x="762000" y="508000"/>
            <a:ext cx="10671048" cy="822960"/>
          </a:xfrm>
        </p:spPr>
        <p:txBody>
          <a:bodyPr vert="horz" lIns="0" tIns="0" rIns="0" bIns="0" anchor="b">
            <a:noAutofit/>
          </a:bodyPr>
          <a:lstStyle>
            <a:lvl1pPr>
              <a:buNone/>
              <a:defRPr sz="2400" b="1" i="0" baseline="0">
                <a:latin typeface="Oracle Sans"/>
                <a:ea typeface="Oracle Sans"/>
                <a:cs typeface="Oracle Sans"/>
              </a:defRPr>
            </a:lvl1pPr>
          </a:lstStyle>
          <a:p>
            <a:pPr marL="0" lvl="0" indent="0">
              <a:spcBef>
                <a:spcPts val="1000"/>
              </a:spcBef>
              <a:buFont typeface="Arial"/>
              <a:buNone/>
            </a:pPr>
            <a:r>
              <a:t>Title</a:t>
            </a:r>
          </a:p>
        </p:txBody>
      </p:sp>
      <p:pic>
        <p:nvPicPr>
          <p:cNvPr id="38" name="Abstract Pattern Strip"/>
          <p:cNvPicPr>
            <a:picLocks noChangeAspect="1"/>
          </p:cNvPicPr>
          <p:nvPr/>
        </p:nvPicPr>
        <p:blipFill>
          <a:blip r:embed="rId4"/>
          <a:stretch>
            <a:fillRect/>
          </a:stretch>
        </p:blipFill>
        <p:spPr>
          <a:xfrm>
            <a:off x="0" y="0"/>
            <a:ext cx="12192000" cy="25400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Light - Title 3 Column">
    <p:bg>
      <p:bgPr>
        <a:solidFill>
          <a:schemeClr val="bg2"/>
        </a:solidFill>
        <a:effectLst/>
      </p:bgPr>
    </p:bg>
    <p:spTree>
      <p:nvGrpSpPr>
        <p:cNvPr id="1" name=""/>
        <p:cNvGrpSpPr/>
        <p:nvPr/>
      </p:nvGrpSpPr>
      <p:grpSpPr>
        <a:xfrm>
          <a:off x="0" y="0"/>
          <a:ext cx="0" cy="0"/>
          <a:chOff x="0" y="0"/>
          <a:chExt cx="0" cy="0"/>
        </a:xfrm>
      </p:grpSpPr>
      <p:pic>
        <p:nvPicPr>
          <p:cNvPr id="48" name="Data Texture Cloud"/>
          <p:cNvPicPr>
            <a:picLocks noChangeAspect="1"/>
          </p:cNvPicPr>
          <p:nvPr/>
        </p:nvPicPr>
        <p:blipFill rotWithShape="1">
          <a:blip r:embed="rId2">
            <a:alphaModFix amt="80000"/>
          </a:blip>
          <a:srcRect r="48609"/>
          <a:stretch/>
        </p:blipFill>
        <p:spPr>
          <a:xfrm>
            <a:off x="9881411" y="521208"/>
            <a:ext cx="2310589" cy="1700784"/>
          </a:xfrm>
          <a:prstGeom prst="rect">
            <a:avLst/>
          </a:prstGeom>
        </p:spPr>
      </p:pic>
      <p:pic>
        <p:nvPicPr>
          <p:cNvPr id="49" name="OTag"/>
          <p:cNvPicPr>
            <a:picLocks noChangeAspect="1"/>
          </p:cNvPicPr>
          <p:nvPr/>
        </p:nvPicPr>
        <p:blipFill>
          <a:blip r:embed="rId3"/>
          <a:stretch>
            <a:fillRect/>
          </a:stretch>
        </p:blipFill>
        <p:spPr>
          <a:xfrm>
            <a:off x="11183112" y="6355080"/>
            <a:ext cx="502920" cy="502920"/>
          </a:xfrm>
          <a:prstGeom prst="rect">
            <a:avLst/>
          </a:prstGeom>
        </p:spPr>
      </p:pic>
      <p:sp>
        <p:nvSpPr>
          <p:cNvPr id="14" name="Footer">
            <a:extLst>
              <a:ext uri="{FF2B5EF4-FFF2-40B4-BE49-F238E27FC236}">
                <a16:creationId xmlns:a16="http://schemas.microsoft.com/office/drawing/2014/main" id="{04ED8D0D-9633-5F4D-A28C-1584C0DFFEE2}"/>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16" name="Slide Number">
            <a:extLst>
              <a:ext uri="{FF2B5EF4-FFF2-40B4-BE49-F238E27FC236}">
                <a16:creationId xmlns:a16="http://schemas.microsoft.com/office/drawing/2014/main" id="{3415ABCF-F4E1-8F45-97C7-BB3BBB93D523}"/>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18" name="Text Field">
            <a:extLst>
              <a:ext uri="{FF2B5EF4-FFF2-40B4-BE49-F238E27FC236}">
                <a16:creationId xmlns:a16="http://schemas.microsoft.com/office/drawing/2014/main" id="{F99B7BFF-D980-2D4A-B1AC-7510DE0D9D1C}"/>
              </a:ext>
            </a:extLst>
          </p:cNvPr>
          <p:cNvSpPr>
            <a:spLocks noGrp="1"/>
          </p:cNvSpPr>
          <p:nvPr>
            <p:ph type="body" idx="14"/>
          </p:nvPr>
        </p:nvSpPr>
        <p:spPr>
          <a:xfrm>
            <a:off x="8128000" y="1837944"/>
            <a:ext cx="3300984" cy="426110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4" name="Column Divider">
            <a:extLst>
              <a:ext uri="{FF2B5EF4-FFF2-40B4-BE49-F238E27FC236}">
                <a16:creationId xmlns:a16="http://schemas.microsoft.com/office/drawing/2014/main" id="{E22D7D3F-F92B-4E90-ACB1-5B2B4C381F1E}"/>
              </a:ext>
            </a:extLst>
          </p:cNvPr>
          <p:cNvSpPr>
            <a:spLocks noGrp="1"/>
          </p:cNvSpPr>
          <p:nvPr/>
        </p:nvSpPr>
        <p:spPr>
          <a:xfrm>
            <a:off x="7937500" y="1838958"/>
            <a:ext cx="0" cy="4261104"/>
          </a:xfrm>
          <a:prstGeom prst="line">
            <a:avLst/>
          </a:prstGeom>
          <a:ln w="19050">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sp>
      <p:sp>
        <p:nvSpPr>
          <p:cNvPr id="19" name="Text Field">
            <a:extLst>
              <a:ext uri="{FF2B5EF4-FFF2-40B4-BE49-F238E27FC236}">
                <a16:creationId xmlns:a16="http://schemas.microsoft.com/office/drawing/2014/main" id="{A701984C-34A6-1346-A2AA-2794191C0405}"/>
              </a:ext>
            </a:extLst>
          </p:cNvPr>
          <p:cNvSpPr>
            <a:spLocks noGrp="1"/>
          </p:cNvSpPr>
          <p:nvPr>
            <p:ph type="body" idx="15"/>
          </p:nvPr>
        </p:nvSpPr>
        <p:spPr>
          <a:xfrm>
            <a:off x="4445000" y="1837944"/>
            <a:ext cx="3300984" cy="426110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3" name="Column Divider">
            <a:extLst>
              <a:ext uri="{FF2B5EF4-FFF2-40B4-BE49-F238E27FC236}">
                <a16:creationId xmlns:a16="http://schemas.microsoft.com/office/drawing/2014/main" id="{EA1829DC-A990-4853-AC2B-EE4B84833831}"/>
              </a:ext>
            </a:extLst>
          </p:cNvPr>
          <p:cNvSpPr>
            <a:spLocks noGrp="1"/>
          </p:cNvSpPr>
          <p:nvPr/>
        </p:nvSpPr>
        <p:spPr>
          <a:xfrm>
            <a:off x="4254500" y="1838958"/>
            <a:ext cx="0" cy="4261104"/>
          </a:xfrm>
          <a:prstGeom prst="line">
            <a:avLst/>
          </a:prstGeom>
          <a:ln w="19050">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sp>
      <p:sp>
        <p:nvSpPr>
          <p:cNvPr id="17" name="Text Field">
            <a:extLst>
              <a:ext uri="{FF2B5EF4-FFF2-40B4-BE49-F238E27FC236}">
                <a16:creationId xmlns:a16="http://schemas.microsoft.com/office/drawing/2014/main" id="{31E9FA52-D320-6043-8DA5-2A295E356128}"/>
              </a:ext>
            </a:extLst>
          </p:cNvPr>
          <p:cNvSpPr>
            <a:spLocks noGrp="1"/>
          </p:cNvSpPr>
          <p:nvPr>
            <p:ph type="body" idx="13"/>
          </p:nvPr>
        </p:nvSpPr>
        <p:spPr>
          <a:xfrm>
            <a:off x="758951" y="1837944"/>
            <a:ext cx="3300984" cy="426110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2" name="Accent Mark">
            <a:extLst>
              <a:ext uri="{FF2B5EF4-FFF2-40B4-BE49-F238E27FC236}">
                <a16:creationId xmlns:a16="http://schemas.microsoft.com/office/drawing/2014/main" id="{122361CA-7FBE-4350-AF4D-EC5562011614}"/>
              </a:ext>
            </a:extLst>
          </p:cNvPr>
          <p:cNvSpPr>
            <a:spLocks noGrp="1"/>
          </p:cNvSpPr>
          <p:nvPr/>
        </p:nvSpPr>
        <p:spPr>
          <a:xfrm flipH="1">
            <a:off x="768095" y="1584959"/>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15" name="Title">
            <a:extLst>
              <a:ext uri="{FF2B5EF4-FFF2-40B4-BE49-F238E27FC236}">
                <a16:creationId xmlns:a16="http://schemas.microsoft.com/office/drawing/2014/main" id="{F4A9A468-00C1-2342-A578-C97FF9884A1A}"/>
              </a:ext>
            </a:extLst>
          </p:cNvPr>
          <p:cNvSpPr>
            <a:spLocks noGrp="1"/>
          </p:cNvSpPr>
          <p:nvPr>
            <p:ph type="title" hasCustomPrompt="1"/>
          </p:nvPr>
        </p:nvSpPr>
        <p:spPr>
          <a:xfrm>
            <a:off x="762000" y="508000"/>
            <a:ext cx="10671048" cy="822960"/>
          </a:xfrm>
        </p:spPr>
        <p:txBody>
          <a:bodyPr vert="horz" lIns="0" tIns="0" rIns="0" bIns="0" anchor="b">
            <a:noAutofit/>
          </a:bodyPr>
          <a:lstStyle>
            <a:lvl1pPr>
              <a:buNone/>
              <a:defRPr sz="2400" b="1" i="0" baseline="0">
                <a:latin typeface="Oracle Sans"/>
                <a:ea typeface="Oracle Sans"/>
                <a:cs typeface="Oracle Sans"/>
              </a:defRPr>
            </a:lvl1pPr>
          </a:lstStyle>
          <a:p>
            <a:pPr marL="0" lvl="0" indent="0">
              <a:spcBef>
                <a:spcPts val="1000"/>
              </a:spcBef>
              <a:buFont typeface="Arial"/>
              <a:buNone/>
            </a:pPr>
            <a:r>
              <a:t>Title</a:t>
            </a:r>
          </a:p>
        </p:txBody>
      </p:sp>
      <p:pic>
        <p:nvPicPr>
          <p:cNvPr id="59" name="Abstract Pattern Strip"/>
          <p:cNvPicPr>
            <a:picLocks noChangeAspect="1"/>
          </p:cNvPicPr>
          <p:nvPr/>
        </p:nvPicPr>
        <p:blipFill>
          <a:blip r:embed="rId4"/>
          <a:stretch>
            <a:fillRect/>
          </a:stretch>
        </p:blipFill>
        <p:spPr>
          <a:xfrm>
            <a:off x="0" y="0"/>
            <a:ext cx="12192000" cy="25400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Light - Title 4 Column">
    <p:bg>
      <p:bgPr>
        <a:solidFill>
          <a:schemeClr val="bg2"/>
        </a:solidFill>
        <a:effectLst/>
      </p:bgPr>
    </p:bg>
    <p:spTree>
      <p:nvGrpSpPr>
        <p:cNvPr id="1" name=""/>
        <p:cNvGrpSpPr/>
        <p:nvPr/>
      </p:nvGrpSpPr>
      <p:grpSpPr>
        <a:xfrm>
          <a:off x="0" y="0"/>
          <a:ext cx="0" cy="0"/>
          <a:chOff x="0" y="0"/>
          <a:chExt cx="0" cy="0"/>
        </a:xfrm>
      </p:grpSpPr>
      <p:pic>
        <p:nvPicPr>
          <p:cNvPr id="57" name="Data Texture Cloud"/>
          <p:cNvPicPr>
            <a:picLocks noChangeAspect="1"/>
          </p:cNvPicPr>
          <p:nvPr/>
        </p:nvPicPr>
        <p:blipFill rotWithShape="1">
          <a:blip r:embed="rId2">
            <a:alphaModFix amt="80000"/>
          </a:blip>
          <a:srcRect r="48609"/>
          <a:stretch/>
        </p:blipFill>
        <p:spPr>
          <a:xfrm>
            <a:off x="9881411" y="521208"/>
            <a:ext cx="2310589" cy="1700784"/>
          </a:xfrm>
          <a:prstGeom prst="rect">
            <a:avLst/>
          </a:prstGeom>
        </p:spPr>
      </p:pic>
      <p:pic>
        <p:nvPicPr>
          <p:cNvPr id="58" name="OTag"/>
          <p:cNvPicPr>
            <a:picLocks noChangeAspect="1"/>
          </p:cNvPicPr>
          <p:nvPr/>
        </p:nvPicPr>
        <p:blipFill>
          <a:blip r:embed="rId3"/>
          <a:stretch>
            <a:fillRect/>
          </a:stretch>
        </p:blipFill>
        <p:spPr>
          <a:xfrm>
            <a:off x="11183112" y="6355080"/>
            <a:ext cx="502920" cy="502920"/>
          </a:xfrm>
          <a:prstGeom prst="rect">
            <a:avLst/>
          </a:prstGeom>
        </p:spPr>
      </p:pic>
      <p:sp>
        <p:nvSpPr>
          <p:cNvPr id="24" name="Footer">
            <a:extLst>
              <a:ext uri="{FF2B5EF4-FFF2-40B4-BE49-F238E27FC236}">
                <a16:creationId xmlns:a16="http://schemas.microsoft.com/office/drawing/2014/main" id="{524098CF-9376-754A-A9D8-69D985334EC5}"/>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16" name="Slide Number">
            <a:extLst>
              <a:ext uri="{FF2B5EF4-FFF2-40B4-BE49-F238E27FC236}">
                <a16:creationId xmlns:a16="http://schemas.microsoft.com/office/drawing/2014/main" id="{03D4BE4B-47A2-B746-908D-9F2520506447}"/>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20" name="Text Field">
            <a:extLst>
              <a:ext uri="{FF2B5EF4-FFF2-40B4-BE49-F238E27FC236}">
                <a16:creationId xmlns:a16="http://schemas.microsoft.com/office/drawing/2014/main" id="{02F4F3B9-1A25-4E45-9B9E-E6DE163F5149}"/>
              </a:ext>
            </a:extLst>
          </p:cNvPr>
          <p:cNvSpPr>
            <a:spLocks noGrp="1"/>
          </p:cNvSpPr>
          <p:nvPr>
            <p:ph type="body" idx="17"/>
          </p:nvPr>
        </p:nvSpPr>
        <p:spPr>
          <a:xfrm>
            <a:off x="8953500" y="1837944"/>
            <a:ext cx="2478024" cy="426110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3" name="Column Divider">
            <a:extLst>
              <a:ext uri="{FF2B5EF4-FFF2-40B4-BE49-F238E27FC236}">
                <a16:creationId xmlns:a16="http://schemas.microsoft.com/office/drawing/2014/main" id="{C55E0F09-0207-4744-9DB6-2D1E69B9C0E1}"/>
              </a:ext>
            </a:extLst>
          </p:cNvPr>
          <p:cNvSpPr>
            <a:spLocks noGrp="1"/>
          </p:cNvSpPr>
          <p:nvPr/>
        </p:nvSpPr>
        <p:spPr>
          <a:xfrm>
            <a:off x="8826500" y="1838958"/>
            <a:ext cx="0" cy="4261104"/>
          </a:xfrm>
          <a:prstGeom prst="line">
            <a:avLst/>
          </a:prstGeom>
          <a:ln w="19050">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sp>
      <p:sp>
        <p:nvSpPr>
          <p:cNvPr id="18" name="Text Field">
            <a:extLst>
              <a:ext uri="{FF2B5EF4-FFF2-40B4-BE49-F238E27FC236}">
                <a16:creationId xmlns:a16="http://schemas.microsoft.com/office/drawing/2014/main" id="{D92D1E76-E845-ED49-B199-B642E9394D9A}"/>
              </a:ext>
            </a:extLst>
          </p:cNvPr>
          <p:cNvSpPr>
            <a:spLocks noGrp="1"/>
          </p:cNvSpPr>
          <p:nvPr>
            <p:ph type="body" idx="15"/>
          </p:nvPr>
        </p:nvSpPr>
        <p:spPr>
          <a:xfrm>
            <a:off x="6221476" y="1837944"/>
            <a:ext cx="2478024" cy="426110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2" name="Column Divider">
            <a:extLst>
              <a:ext uri="{FF2B5EF4-FFF2-40B4-BE49-F238E27FC236}">
                <a16:creationId xmlns:a16="http://schemas.microsoft.com/office/drawing/2014/main" id="{ABCA39CE-B524-4DDA-B715-C15C77EF828D}"/>
              </a:ext>
            </a:extLst>
          </p:cNvPr>
          <p:cNvSpPr>
            <a:spLocks noGrp="1"/>
          </p:cNvSpPr>
          <p:nvPr/>
        </p:nvSpPr>
        <p:spPr>
          <a:xfrm>
            <a:off x="6096000" y="1838958"/>
            <a:ext cx="0" cy="4261104"/>
          </a:xfrm>
          <a:prstGeom prst="line">
            <a:avLst/>
          </a:prstGeom>
          <a:ln w="19050">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sp>
      <p:sp>
        <p:nvSpPr>
          <p:cNvPr id="19" name="Text Field">
            <a:extLst>
              <a:ext uri="{FF2B5EF4-FFF2-40B4-BE49-F238E27FC236}">
                <a16:creationId xmlns:a16="http://schemas.microsoft.com/office/drawing/2014/main" id="{FAD02FEA-1BCB-BB40-B9E3-D33BD182F3A3}"/>
              </a:ext>
            </a:extLst>
          </p:cNvPr>
          <p:cNvSpPr>
            <a:spLocks noGrp="1"/>
          </p:cNvSpPr>
          <p:nvPr>
            <p:ph type="body" idx="16"/>
          </p:nvPr>
        </p:nvSpPr>
        <p:spPr>
          <a:xfrm>
            <a:off x="3492500" y="1837944"/>
            <a:ext cx="2478024" cy="426110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1" name="Column Divider">
            <a:extLst>
              <a:ext uri="{FF2B5EF4-FFF2-40B4-BE49-F238E27FC236}">
                <a16:creationId xmlns:a16="http://schemas.microsoft.com/office/drawing/2014/main" id="{8C7ADDAA-2209-4942-914B-A9B1C68EAC21}"/>
              </a:ext>
            </a:extLst>
          </p:cNvPr>
          <p:cNvSpPr>
            <a:spLocks noGrp="1"/>
          </p:cNvSpPr>
          <p:nvPr/>
        </p:nvSpPr>
        <p:spPr>
          <a:xfrm>
            <a:off x="3365500" y="1838958"/>
            <a:ext cx="0" cy="4261104"/>
          </a:xfrm>
          <a:prstGeom prst="line">
            <a:avLst/>
          </a:prstGeom>
          <a:ln w="19050">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sp>
      <p:sp>
        <p:nvSpPr>
          <p:cNvPr id="17" name="Text Field">
            <a:extLst>
              <a:ext uri="{FF2B5EF4-FFF2-40B4-BE49-F238E27FC236}">
                <a16:creationId xmlns:a16="http://schemas.microsoft.com/office/drawing/2014/main" id="{CBAC9E2A-9AED-D148-B16F-3A131864B9B9}"/>
              </a:ext>
            </a:extLst>
          </p:cNvPr>
          <p:cNvSpPr>
            <a:spLocks noGrp="1"/>
          </p:cNvSpPr>
          <p:nvPr>
            <p:ph type="body" idx="14"/>
          </p:nvPr>
        </p:nvSpPr>
        <p:spPr>
          <a:xfrm>
            <a:off x="758951" y="1837944"/>
            <a:ext cx="2478024" cy="426110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9" name="Accent Mark">
            <a:extLst>
              <a:ext uri="{FF2B5EF4-FFF2-40B4-BE49-F238E27FC236}">
                <a16:creationId xmlns:a16="http://schemas.microsoft.com/office/drawing/2014/main" id="{19AD778F-A191-400C-BDF7-378248C227CE}"/>
              </a:ext>
            </a:extLst>
          </p:cNvPr>
          <p:cNvSpPr>
            <a:spLocks noGrp="1"/>
          </p:cNvSpPr>
          <p:nvPr/>
        </p:nvSpPr>
        <p:spPr>
          <a:xfrm flipH="1">
            <a:off x="768095" y="1584959"/>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15" name="Title">
            <a:extLst>
              <a:ext uri="{FF2B5EF4-FFF2-40B4-BE49-F238E27FC236}">
                <a16:creationId xmlns:a16="http://schemas.microsoft.com/office/drawing/2014/main" id="{F4A9A468-00C1-2342-A578-C97FF9884A1A}"/>
              </a:ext>
            </a:extLst>
          </p:cNvPr>
          <p:cNvSpPr>
            <a:spLocks noGrp="1"/>
          </p:cNvSpPr>
          <p:nvPr>
            <p:ph type="title" hasCustomPrompt="1"/>
          </p:nvPr>
        </p:nvSpPr>
        <p:spPr>
          <a:xfrm>
            <a:off x="762000" y="508000"/>
            <a:ext cx="10671048" cy="822960"/>
          </a:xfrm>
        </p:spPr>
        <p:txBody>
          <a:bodyPr vert="horz" lIns="0" tIns="0" rIns="0" bIns="0" anchor="b">
            <a:noAutofit/>
          </a:bodyPr>
          <a:lstStyle>
            <a:lvl1pPr>
              <a:buNone/>
              <a:defRPr sz="2400" b="1" i="0" baseline="0">
                <a:latin typeface="Oracle Sans"/>
                <a:ea typeface="Oracle Sans"/>
                <a:cs typeface="Oracle Sans"/>
              </a:defRPr>
            </a:lvl1pPr>
          </a:lstStyle>
          <a:p>
            <a:pPr marL="0" lvl="0" indent="0">
              <a:spcBef>
                <a:spcPts val="1000"/>
              </a:spcBef>
              <a:buFont typeface="Arial"/>
              <a:buNone/>
            </a:pPr>
            <a:r>
              <a:t>Title</a:t>
            </a:r>
          </a:p>
        </p:txBody>
      </p:sp>
      <p:pic>
        <p:nvPicPr>
          <p:cNvPr id="70" name="Abstract Pattern Strip"/>
          <p:cNvPicPr>
            <a:picLocks noChangeAspect="1"/>
          </p:cNvPicPr>
          <p:nvPr/>
        </p:nvPicPr>
        <p:blipFill>
          <a:blip r:embed="rId4"/>
          <a:stretch>
            <a:fillRect/>
          </a:stretch>
        </p:blipFill>
        <p:spPr>
          <a:xfrm>
            <a:off x="0" y="0"/>
            <a:ext cx="12192000" cy="25400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Light - Title/Subtitle">
    <p:bg>
      <p:bgPr>
        <a:solidFill>
          <a:schemeClr val="bg2"/>
        </a:solidFill>
        <a:effectLst/>
      </p:bgPr>
    </p:bg>
    <p:spTree>
      <p:nvGrpSpPr>
        <p:cNvPr id="1" name=""/>
        <p:cNvGrpSpPr/>
        <p:nvPr/>
      </p:nvGrpSpPr>
      <p:grpSpPr>
        <a:xfrm>
          <a:off x="0" y="0"/>
          <a:ext cx="0" cy="0"/>
          <a:chOff x="0" y="0"/>
          <a:chExt cx="0" cy="0"/>
        </a:xfrm>
      </p:grpSpPr>
      <p:pic>
        <p:nvPicPr>
          <p:cNvPr id="20" name="Data Texture Cloud"/>
          <p:cNvPicPr>
            <a:picLocks noChangeAspect="1"/>
          </p:cNvPicPr>
          <p:nvPr/>
        </p:nvPicPr>
        <p:blipFill rotWithShape="1">
          <a:blip r:embed="rId2">
            <a:alphaModFix amt="80000"/>
          </a:blip>
          <a:srcRect r="48609"/>
          <a:stretch/>
        </p:blipFill>
        <p:spPr>
          <a:xfrm>
            <a:off x="9881411" y="521208"/>
            <a:ext cx="2310589" cy="1700784"/>
          </a:xfrm>
          <a:prstGeom prst="rect">
            <a:avLst/>
          </a:prstGeom>
        </p:spPr>
      </p:pic>
      <p:pic>
        <p:nvPicPr>
          <p:cNvPr id="21" name="OTag"/>
          <p:cNvPicPr>
            <a:picLocks noChangeAspect="1"/>
          </p:cNvPicPr>
          <p:nvPr/>
        </p:nvPicPr>
        <p:blipFill>
          <a:blip r:embed="rId3"/>
          <a:stretch>
            <a:fillRect/>
          </a:stretch>
        </p:blipFill>
        <p:spPr>
          <a:xfrm>
            <a:off x="11183112" y="6355080"/>
            <a:ext cx="502920" cy="502920"/>
          </a:xfrm>
          <a:prstGeom prst="rect">
            <a:avLst/>
          </a:prstGeom>
        </p:spPr>
      </p:pic>
      <p:sp>
        <p:nvSpPr>
          <p:cNvPr id="11" name="Footer">
            <a:extLst>
              <a:ext uri="{FF2B5EF4-FFF2-40B4-BE49-F238E27FC236}">
                <a16:creationId xmlns:a16="http://schemas.microsoft.com/office/drawing/2014/main" id="{9B38191F-5718-D34F-A1D1-D1C28CE0A93A}"/>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12" name="Slide Number">
            <a:extLst>
              <a:ext uri="{FF2B5EF4-FFF2-40B4-BE49-F238E27FC236}">
                <a16:creationId xmlns:a16="http://schemas.microsoft.com/office/drawing/2014/main" id="{D7A7E286-6F34-C745-B594-99BF177EC18C}"/>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16" name="Accent Mark">
            <a:extLst>
              <a:ext uri="{FF2B5EF4-FFF2-40B4-BE49-F238E27FC236}">
                <a16:creationId xmlns:a16="http://schemas.microsoft.com/office/drawing/2014/main" id="{6D893FE4-379F-4A42-9962-21D3D92FD593}"/>
              </a:ext>
            </a:extLst>
          </p:cNvPr>
          <p:cNvSpPr>
            <a:spLocks noGrp="1"/>
          </p:cNvSpPr>
          <p:nvPr/>
        </p:nvSpPr>
        <p:spPr>
          <a:xfrm flipH="1">
            <a:off x="768095" y="1584959"/>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15" name="Subtitle">
            <a:extLst>
              <a:ext uri="{FF2B5EF4-FFF2-40B4-BE49-F238E27FC236}">
                <a16:creationId xmlns:a16="http://schemas.microsoft.com/office/drawing/2014/main" id="{FC0004EB-159B-A345-859C-0E83416ED930}"/>
              </a:ext>
            </a:extLst>
          </p:cNvPr>
          <p:cNvSpPr>
            <a:spLocks noGrp="1"/>
          </p:cNvSpPr>
          <p:nvPr>
            <p:ph type="body" idx="11" hasCustomPrompt="1"/>
          </p:nvPr>
        </p:nvSpPr>
        <p:spPr>
          <a:xfrm>
            <a:off x="762000" y="1000420"/>
            <a:ext cx="10671048" cy="330540"/>
          </a:xfrm>
          <a:prstGeom prst="rect">
            <a:avLst/>
          </a:prstGeom>
        </p:spPr>
        <p:txBody>
          <a:bodyPr lIns="0">
            <a:noAutofit/>
          </a:bodyPr>
          <a:lstStyle>
            <a:lvl1pPr marL="0" indent="0">
              <a:spcAft>
                <a:spcPts val="0"/>
              </a:spcAft>
              <a:buNone/>
              <a:defRPr sz="2000" b="0" i="0">
                <a:latin typeface="Oracle Sans"/>
                <a:ea typeface="Oracle Sans"/>
                <a:cs typeface="Oracle Sans"/>
              </a:defRPr>
            </a:lvl1pPr>
          </a:lstStyle>
          <a:p>
            <a:pPr lvl="0">
              <a:buNone/>
            </a:pPr>
            <a:r>
              <a:t>Subtitle</a:t>
            </a:r>
          </a:p>
        </p:txBody>
      </p:sp>
      <p:sp>
        <p:nvSpPr>
          <p:cNvPr id="14" name="Title">
            <a:extLst>
              <a:ext uri="{FF2B5EF4-FFF2-40B4-BE49-F238E27FC236}">
                <a16:creationId xmlns:a16="http://schemas.microsoft.com/office/drawing/2014/main" id="{C5B988DC-BF6C-334D-85AD-4F0BEE2F334E}"/>
              </a:ext>
            </a:extLst>
          </p:cNvPr>
          <p:cNvSpPr>
            <a:spLocks noGrp="1"/>
          </p:cNvSpPr>
          <p:nvPr>
            <p:ph type="title" hasCustomPrompt="1"/>
          </p:nvPr>
        </p:nvSpPr>
        <p:spPr>
          <a:xfrm>
            <a:off x="762000" y="508000"/>
            <a:ext cx="10671048" cy="492103"/>
          </a:xfrm>
        </p:spPr>
        <p:txBody>
          <a:bodyPr vert="horz" lIns="0" tIns="0" rIns="0" bIns="0" anchor="b">
            <a:noAutofit/>
          </a:bodyPr>
          <a:lstStyle>
            <a:lvl1pPr>
              <a:buNone/>
              <a:defRPr sz="2400" b="1" i="0" baseline="0">
                <a:latin typeface="Oracle Sans"/>
                <a:ea typeface="Oracle Sans"/>
                <a:cs typeface="Oracle Sans"/>
              </a:defRPr>
            </a:lvl1pPr>
          </a:lstStyle>
          <a:p>
            <a:pPr marL="0" lvl="0" indent="0">
              <a:spcBef>
                <a:spcPts val="1000"/>
              </a:spcBef>
              <a:buFont typeface="Arial"/>
              <a:buNone/>
            </a:pPr>
            <a:r>
              <a:t>Title</a:t>
            </a:r>
          </a:p>
        </p:txBody>
      </p:sp>
      <p:pic>
        <p:nvPicPr>
          <p:cNvPr id="27" name="Abstract Pattern Strip"/>
          <p:cNvPicPr>
            <a:picLocks noChangeAspect="1"/>
          </p:cNvPicPr>
          <p:nvPr/>
        </p:nvPicPr>
        <p:blipFill>
          <a:blip r:embed="rId4"/>
          <a:stretch>
            <a:fillRect/>
          </a:stretch>
        </p:blipFill>
        <p:spPr>
          <a:xfrm>
            <a:off x="0" y="0"/>
            <a:ext cx="12192000" cy="25400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Light - Title/Subtitle 1 Column">
    <p:bg>
      <p:bgPr>
        <a:solidFill>
          <a:schemeClr val="bg2"/>
        </a:solidFill>
        <a:effectLst/>
      </p:bgPr>
    </p:bg>
    <p:spTree>
      <p:nvGrpSpPr>
        <p:cNvPr id="1" name=""/>
        <p:cNvGrpSpPr/>
        <p:nvPr/>
      </p:nvGrpSpPr>
      <p:grpSpPr>
        <a:xfrm>
          <a:off x="0" y="0"/>
          <a:ext cx="0" cy="0"/>
          <a:chOff x="0" y="0"/>
          <a:chExt cx="0" cy="0"/>
        </a:xfrm>
      </p:grpSpPr>
      <p:pic>
        <p:nvPicPr>
          <p:cNvPr id="34" name="Data Texture Cloud"/>
          <p:cNvPicPr>
            <a:picLocks noChangeAspect="1"/>
          </p:cNvPicPr>
          <p:nvPr/>
        </p:nvPicPr>
        <p:blipFill rotWithShape="1">
          <a:blip r:embed="rId2">
            <a:alphaModFix amt="80000"/>
          </a:blip>
          <a:srcRect r="48609"/>
          <a:stretch/>
        </p:blipFill>
        <p:spPr>
          <a:xfrm>
            <a:off x="9881411" y="521208"/>
            <a:ext cx="2310589" cy="1700784"/>
          </a:xfrm>
          <a:prstGeom prst="rect">
            <a:avLst/>
          </a:prstGeom>
        </p:spPr>
      </p:pic>
      <p:pic>
        <p:nvPicPr>
          <p:cNvPr id="35" name="OTag"/>
          <p:cNvPicPr>
            <a:picLocks noChangeAspect="1"/>
          </p:cNvPicPr>
          <p:nvPr/>
        </p:nvPicPr>
        <p:blipFill>
          <a:blip r:embed="rId3"/>
          <a:stretch>
            <a:fillRect/>
          </a:stretch>
        </p:blipFill>
        <p:spPr>
          <a:xfrm>
            <a:off x="11183112" y="6355080"/>
            <a:ext cx="502920" cy="502920"/>
          </a:xfrm>
          <a:prstGeom prst="rect">
            <a:avLst/>
          </a:prstGeom>
        </p:spPr>
      </p:pic>
      <p:sp>
        <p:nvSpPr>
          <p:cNvPr id="16" name="Footer">
            <a:extLst>
              <a:ext uri="{FF2B5EF4-FFF2-40B4-BE49-F238E27FC236}">
                <a16:creationId xmlns:a16="http://schemas.microsoft.com/office/drawing/2014/main" id="{1AB0EF40-5295-EF4A-B110-EB440EE86C0C}"/>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11" name="Slide Number">
            <a:extLst>
              <a:ext uri="{FF2B5EF4-FFF2-40B4-BE49-F238E27FC236}">
                <a16:creationId xmlns:a16="http://schemas.microsoft.com/office/drawing/2014/main" id="{283AD0B3-8B9E-384F-BE6B-7400CAFC9F2F}"/>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12" name="Text Field">
            <a:extLst>
              <a:ext uri="{FF2B5EF4-FFF2-40B4-BE49-F238E27FC236}">
                <a16:creationId xmlns:a16="http://schemas.microsoft.com/office/drawing/2014/main" id="{2A24E767-3408-FF44-93E3-22135CDCE5AB}"/>
              </a:ext>
            </a:extLst>
          </p:cNvPr>
          <p:cNvSpPr>
            <a:spLocks noGrp="1"/>
          </p:cNvSpPr>
          <p:nvPr>
            <p:ph type="body" idx="12"/>
          </p:nvPr>
        </p:nvSpPr>
        <p:spPr>
          <a:xfrm>
            <a:off x="758952" y="1837944"/>
            <a:ext cx="10671048" cy="426110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Accent Mark">
            <a:extLst>
              <a:ext uri="{FF2B5EF4-FFF2-40B4-BE49-F238E27FC236}">
                <a16:creationId xmlns:a16="http://schemas.microsoft.com/office/drawing/2014/main" id="{79C05923-14D6-466B-B8C4-55B15062A5F1}"/>
              </a:ext>
            </a:extLst>
          </p:cNvPr>
          <p:cNvSpPr>
            <a:spLocks noGrp="1"/>
          </p:cNvSpPr>
          <p:nvPr/>
        </p:nvSpPr>
        <p:spPr>
          <a:xfrm flipH="1">
            <a:off x="768095" y="1584959"/>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3" name="Subtitle">
            <a:extLst>
              <a:ext uri="{FF2B5EF4-FFF2-40B4-BE49-F238E27FC236}">
                <a16:creationId xmlns:a16="http://schemas.microsoft.com/office/drawing/2014/main" id="{46A3BF75-E03A-3149-A8B6-C22593F32B62}"/>
              </a:ext>
            </a:extLst>
          </p:cNvPr>
          <p:cNvSpPr>
            <a:spLocks noGrp="1"/>
          </p:cNvSpPr>
          <p:nvPr>
            <p:ph type="body" idx="11" hasCustomPrompt="1"/>
          </p:nvPr>
        </p:nvSpPr>
        <p:spPr>
          <a:xfrm>
            <a:off x="762000" y="1000420"/>
            <a:ext cx="10671048" cy="330540"/>
          </a:xfrm>
          <a:prstGeom prst="rect">
            <a:avLst/>
          </a:prstGeom>
        </p:spPr>
        <p:txBody>
          <a:bodyPr lIns="0">
            <a:noAutofit/>
          </a:bodyPr>
          <a:lstStyle>
            <a:lvl1pPr marL="0" indent="0">
              <a:spcAft>
                <a:spcPts val="0"/>
              </a:spcAft>
              <a:buNone/>
              <a:defRPr sz="2000" b="0" i="0">
                <a:latin typeface="Oracle Sans"/>
                <a:ea typeface="Oracle Sans"/>
                <a:cs typeface="Oracle Sans"/>
              </a:defRPr>
            </a:lvl1pPr>
          </a:lstStyle>
          <a:p>
            <a:pPr lvl="0">
              <a:buNone/>
            </a:pPr>
            <a:r>
              <a:t>Subtitle</a:t>
            </a:r>
          </a:p>
        </p:txBody>
      </p:sp>
      <p:sp>
        <p:nvSpPr>
          <p:cNvPr id="30" name="Title">
            <a:extLst>
              <a:ext uri="{FF2B5EF4-FFF2-40B4-BE49-F238E27FC236}">
                <a16:creationId xmlns:a16="http://schemas.microsoft.com/office/drawing/2014/main" id="{B798445E-3B2E-534C-BFFA-8DEA65B69CA1}"/>
              </a:ext>
            </a:extLst>
          </p:cNvPr>
          <p:cNvSpPr>
            <a:spLocks noGrp="1"/>
          </p:cNvSpPr>
          <p:nvPr>
            <p:ph type="title" hasCustomPrompt="1"/>
          </p:nvPr>
        </p:nvSpPr>
        <p:spPr>
          <a:xfrm>
            <a:off x="762000" y="508000"/>
            <a:ext cx="10671048" cy="492103"/>
          </a:xfrm>
        </p:spPr>
        <p:txBody>
          <a:bodyPr vert="horz" lIns="0" tIns="0" rIns="0" bIns="0" anchor="b">
            <a:noAutofit/>
          </a:bodyPr>
          <a:lstStyle>
            <a:lvl1pPr>
              <a:buNone/>
              <a:defRPr sz="2400" b="1" i="0" baseline="0">
                <a:latin typeface="Oracle Sans"/>
                <a:ea typeface="Oracle Sans"/>
                <a:cs typeface="Oracle Sans"/>
              </a:defRPr>
            </a:lvl1pPr>
          </a:lstStyle>
          <a:p>
            <a:pPr marL="0" lvl="0" indent="0">
              <a:spcBef>
                <a:spcPts val="1000"/>
              </a:spcBef>
              <a:buFont typeface="Arial"/>
              <a:buNone/>
            </a:pPr>
            <a:r>
              <a:t>Title</a:t>
            </a:r>
          </a:p>
        </p:txBody>
      </p:sp>
      <p:pic>
        <p:nvPicPr>
          <p:cNvPr id="42" name="Abstract Pattern Strip"/>
          <p:cNvPicPr>
            <a:picLocks noChangeAspect="1"/>
          </p:cNvPicPr>
          <p:nvPr/>
        </p:nvPicPr>
        <p:blipFill>
          <a:blip r:embed="rId4"/>
          <a:stretch>
            <a:fillRect/>
          </a:stretch>
        </p:blipFill>
        <p:spPr>
          <a:xfrm>
            <a:off x="0" y="0"/>
            <a:ext cx="12192000" cy="2540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Light - Title/Subtitle 2 Column">
    <p:bg>
      <p:bgPr>
        <a:solidFill>
          <a:schemeClr val="bg2"/>
        </a:solidFill>
        <a:effectLst/>
      </p:bgPr>
    </p:bg>
    <p:spTree>
      <p:nvGrpSpPr>
        <p:cNvPr id="1" name=""/>
        <p:cNvGrpSpPr/>
        <p:nvPr/>
      </p:nvGrpSpPr>
      <p:grpSpPr>
        <a:xfrm>
          <a:off x="0" y="0"/>
          <a:ext cx="0" cy="0"/>
          <a:chOff x="0" y="0"/>
          <a:chExt cx="0" cy="0"/>
        </a:xfrm>
      </p:grpSpPr>
      <p:pic>
        <p:nvPicPr>
          <p:cNvPr id="27" name="Data Texture Cloud"/>
          <p:cNvPicPr>
            <a:picLocks noChangeAspect="1"/>
          </p:cNvPicPr>
          <p:nvPr/>
        </p:nvPicPr>
        <p:blipFill rotWithShape="1">
          <a:blip r:embed="rId2">
            <a:alphaModFix amt="80000"/>
          </a:blip>
          <a:srcRect r="48609"/>
          <a:stretch/>
        </p:blipFill>
        <p:spPr>
          <a:xfrm>
            <a:off x="9881411" y="521208"/>
            <a:ext cx="2310589" cy="1700784"/>
          </a:xfrm>
          <a:prstGeom prst="rect">
            <a:avLst/>
          </a:prstGeom>
        </p:spPr>
      </p:pic>
      <p:pic>
        <p:nvPicPr>
          <p:cNvPr id="28" name="OTag"/>
          <p:cNvPicPr>
            <a:picLocks noChangeAspect="1"/>
          </p:cNvPicPr>
          <p:nvPr/>
        </p:nvPicPr>
        <p:blipFill>
          <a:blip r:embed="rId3"/>
          <a:stretch>
            <a:fillRect/>
          </a:stretch>
        </p:blipFill>
        <p:spPr>
          <a:xfrm>
            <a:off x="11183112" y="6355080"/>
            <a:ext cx="502920" cy="502920"/>
          </a:xfrm>
          <a:prstGeom prst="rect">
            <a:avLst/>
          </a:prstGeom>
        </p:spPr>
      </p:pic>
      <p:sp>
        <p:nvSpPr>
          <p:cNvPr id="13" name="Footer">
            <a:extLst>
              <a:ext uri="{FF2B5EF4-FFF2-40B4-BE49-F238E27FC236}">
                <a16:creationId xmlns:a16="http://schemas.microsoft.com/office/drawing/2014/main" id="{B0B28D38-F083-CA40-B16E-54DA45441E85}"/>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16" name="Slide Number">
            <a:extLst>
              <a:ext uri="{FF2B5EF4-FFF2-40B4-BE49-F238E27FC236}">
                <a16:creationId xmlns:a16="http://schemas.microsoft.com/office/drawing/2014/main" id="{03830144-8015-0B47-8564-18124FA6BA25}"/>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19" name="Text Field">
            <a:extLst>
              <a:ext uri="{FF2B5EF4-FFF2-40B4-BE49-F238E27FC236}">
                <a16:creationId xmlns:a16="http://schemas.microsoft.com/office/drawing/2014/main" id="{2A8FF7D0-24DE-7247-896A-E6C4E80C5A3C}"/>
              </a:ext>
            </a:extLst>
          </p:cNvPr>
          <p:cNvSpPr>
            <a:spLocks noGrp="1"/>
          </p:cNvSpPr>
          <p:nvPr>
            <p:ph type="body" idx="14"/>
          </p:nvPr>
        </p:nvSpPr>
        <p:spPr>
          <a:xfrm>
            <a:off x="6345940" y="1837944"/>
            <a:ext cx="5084064" cy="426110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0" name="Column Divider">
            <a:extLst>
              <a:ext uri="{FF2B5EF4-FFF2-40B4-BE49-F238E27FC236}">
                <a16:creationId xmlns:a16="http://schemas.microsoft.com/office/drawing/2014/main" id="{BC4DC514-1D53-453D-A620-38290DC16E88}"/>
              </a:ext>
            </a:extLst>
          </p:cNvPr>
          <p:cNvSpPr>
            <a:spLocks noGrp="1"/>
          </p:cNvSpPr>
          <p:nvPr/>
        </p:nvSpPr>
        <p:spPr>
          <a:xfrm>
            <a:off x="6096002" y="1838958"/>
            <a:ext cx="0" cy="4261104"/>
          </a:xfrm>
          <a:prstGeom prst="line">
            <a:avLst/>
          </a:prstGeom>
          <a:ln w="19050">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sp>
      <p:sp>
        <p:nvSpPr>
          <p:cNvPr id="15" name="Text Field">
            <a:extLst>
              <a:ext uri="{FF2B5EF4-FFF2-40B4-BE49-F238E27FC236}">
                <a16:creationId xmlns:a16="http://schemas.microsoft.com/office/drawing/2014/main" id="{B4879B6D-DA18-6D4D-8E7D-338DA1C8FEEF}"/>
              </a:ext>
            </a:extLst>
          </p:cNvPr>
          <p:cNvSpPr>
            <a:spLocks noGrp="1"/>
          </p:cNvSpPr>
          <p:nvPr>
            <p:ph type="body" idx="13"/>
          </p:nvPr>
        </p:nvSpPr>
        <p:spPr>
          <a:xfrm>
            <a:off x="758951" y="1837944"/>
            <a:ext cx="5084064" cy="426110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3" name="Accent Mark">
            <a:extLst>
              <a:ext uri="{FF2B5EF4-FFF2-40B4-BE49-F238E27FC236}">
                <a16:creationId xmlns:a16="http://schemas.microsoft.com/office/drawing/2014/main" id="{571B58D8-C3B5-41A0-8BDB-4D5DB7527D3E}"/>
              </a:ext>
            </a:extLst>
          </p:cNvPr>
          <p:cNvSpPr>
            <a:spLocks noGrp="1"/>
          </p:cNvSpPr>
          <p:nvPr/>
        </p:nvSpPr>
        <p:spPr>
          <a:xfrm flipH="1">
            <a:off x="768095" y="1584959"/>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17" name="Subtitle">
            <a:extLst>
              <a:ext uri="{FF2B5EF4-FFF2-40B4-BE49-F238E27FC236}">
                <a16:creationId xmlns:a16="http://schemas.microsoft.com/office/drawing/2014/main" id="{BD40C05F-32CC-E442-B2BC-903A0529B0B8}"/>
              </a:ext>
            </a:extLst>
          </p:cNvPr>
          <p:cNvSpPr>
            <a:spLocks noGrp="1"/>
          </p:cNvSpPr>
          <p:nvPr>
            <p:ph type="body" idx="12" hasCustomPrompt="1"/>
          </p:nvPr>
        </p:nvSpPr>
        <p:spPr>
          <a:xfrm>
            <a:off x="762000" y="1000420"/>
            <a:ext cx="10671048" cy="330540"/>
          </a:xfrm>
          <a:prstGeom prst="rect">
            <a:avLst/>
          </a:prstGeom>
        </p:spPr>
        <p:txBody>
          <a:bodyPr lIns="0">
            <a:noAutofit/>
          </a:bodyPr>
          <a:lstStyle>
            <a:lvl1pPr marL="0" indent="0">
              <a:spcAft>
                <a:spcPts val="0"/>
              </a:spcAft>
              <a:buNone/>
              <a:defRPr sz="2000" b="0" i="0">
                <a:latin typeface="Oracle Sans"/>
                <a:ea typeface="Oracle Sans"/>
                <a:cs typeface="Oracle Sans"/>
              </a:defRPr>
            </a:lvl1pPr>
          </a:lstStyle>
          <a:p>
            <a:pPr lvl="0">
              <a:buNone/>
            </a:pPr>
            <a:r>
              <a:t>Subtitle</a:t>
            </a:r>
          </a:p>
        </p:txBody>
      </p:sp>
      <p:sp>
        <p:nvSpPr>
          <p:cNvPr id="14" name="Title">
            <a:extLst>
              <a:ext uri="{FF2B5EF4-FFF2-40B4-BE49-F238E27FC236}">
                <a16:creationId xmlns:a16="http://schemas.microsoft.com/office/drawing/2014/main" id="{50F45247-EDFA-CF4B-A197-C393721426EC}"/>
              </a:ext>
            </a:extLst>
          </p:cNvPr>
          <p:cNvSpPr>
            <a:spLocks noGrp="1"/>
          </p:cNvSpPr>
          <p:nvPr>
            <p:ph type="title" hasCustomPrompt="1"/>
          </p:nvPr>
        </p:nvSpPr>
        <p:spPr>
          <a:xfrm>
            <a:off x="762000" y="508000"/>
            <a:ext cx="10671048" cy="492103"/>
          </a:xfrm>
        </p:spPr>
        <p:txBody>
          <a:bodyPr vert="horz" lIns="0" tIns="0" rIns="0" bIns="0" anchor="b">
            <a:noAutofit/>
          </a:bodyPr>
          <a:lstStyle>
            <a:lvl1pPr>
              <a:buNone/>
              <a:defRPr sz="2400" b="1" i="0" baseline="0">
                <a:latin typeface="Oracle Sans"/>
                <a:ea typeface="Oracle Sans"/>
                <a:cs typeface="Oracle Sans"/>
              </a:defRPr>
            </a:lvl1pPr>
          </a:lstStyle>
          <a:p>
            <a:pPr marL="0" lvl="0" indent="0">
              <a:spcBef>
                <a:spcPts val="1000"/>
              </a:spcBef>
              <a:buFont typeface="Arial"/>
              <a:buNone/>
            </a:pPr>
            <a:r>
              <a:t>Title</a:t>
            </a:r>
          </a:p>
        </p:txBody>
      </p:sp>
      <p:pic>
        <p:nvPicPr>
          <p:cNvPr id="37" name="Abstract Pattern Strip"/>
          <p:cNvPicPr>
            <a:picLocks noChangeAspect="1"/>
          </p:cNvPicPr>
          <p:nvPr/>
        </p:nvPicPr>
        <p:blipFill>
          <a:blip r:embed="rId4"/>
          <a:stretch>
            <a:fillRect/>
          </a:stretch>
        </p:blipFill>
        <p:spPr>
          <a:xfrm>
            <a:off x="0" y="0"/>
            <a:ext cx="12192000" cy="25400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Light - Title/Subtitle 3 Column">
    <p:bg>
      <p:bgPr>
        <a:solidFill>
          <a:schemeClr val="bg2"/>
        </a:solidFill>
        <a:effectLst/>
      </p:bgPr>
    </p:bg>
    <p:spTree>
      <p:nvGrpSpPr>
        <p:cNvPr id="1" name=""/>
        <p:cNvGrpSpPr/>
        <p:nvPr/>
      </p:nvGrpSpPr>
      <p:grpSpPr>
        <a:xfrm>
          <a:off x="0" y="0"/>
          <a:ext cx="0" cy="0"/>
          <a:chOff x="0" y="0"/>
          <a:chExt cx="0" cy="0"/>
        </a:xfrm>
      </p:grpSpPr>
      <p:pic>
        <p:nvPicPr>
          <p:cNvPr id="31" name="Data Texture Cloud"/>
          <p:cNvPicPr>
            <a:picLocks noChangeAspect="1"/>
          </p:cNvPicPr>
          <p:nvPr/>
        </p:nvPicPr>
        <p:blipFill rotWithShape="1">
          <a:blip r:embed="rId2">
            <a:alphaModFix amt="80000"/>
          </a:blip>
          <a:srcRect r="48609"/>
          <a:stretch/>
        </p:blipFill>
        <p:spPr>
          <a:xfrm>
            <a:off x="9881411" y="521208"/>
            <a:ext cx="2310589" cy="1700784"/>
          </a:xfrm>
          <a:prstGeom prst="rect">
            <a:avLst/>
          </a:prstGeom>
        </p:spPr>
      </p:pic>
      <p:pic>
        <p:nvPicPr>
          <p:cNvPr id="32" name="OTag"/>
          <p:cNvPicPr>
            <a:picLocks noChangeAspect="1"/>
          </p:cNvPicPr>
          <p:nvPr/>
        </p:nvPicPr>
        <p:blipFill>
          <a:blip r:embed="rId3"/>
          <a:stretch>
            <a:fillRect/>
          </a:stretch>
        </p:blipFill>
        <p:spPr>
          <a:xfrm>
            <a:off x="11183112" y="6355080"/>
            <a:ext cx="502920" cy="502920"/>
          </a:xfrm>
          <a:prstGeom prst="rect">
            <a:avLst/>
          </a:prstGeom>
        </p:spPr>
      </p:pic>
      <p:sp>
        <p:nvSpPr>
          <p:cNvPr id="24" name="Footer">
            <a:extLst>
              <a:ext uri="{FF2B5EF4-FFF2-40B4-BE49-F238E27FC236}">
                <a16:creationId xmlns:a16="http://schemas.microsoft.com/office/drawing/2014/main" id="{E2B63F06-EA27-0644-94D3-23B5E702495B}"/>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15" name="Slide Number">
            <a:extLst>
              <a:ext uri="{FF2B5EF4-FFF2-40B4-BE49-F238E27FC236}">
                <a16:creationId xmlns:a16="http://schemas.microsoft.com/office/drawing/2014/main" id="{5DB444FB-0B40-4E4B-905E-8C07DFBDC500}"/>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19" name="Text Field">
            <a:extLst>
              <a:ext uri="{FF2B5EF4-FFF2-40B4-BE49-F238E27FC236}">
                <a16:creationId xmlns:a16="http://schemas.microsoft.com/office/drawing/2014/main" id="{AFFA3B66-F839-0A43-B947-288947FAE76A}"/>
              </a:ext>
            </a:extLst>
          </p:cNvPr>
          <p:cNvSpPr>
            <a:spLocks noGrp="1"/>
          </p:cNvSpPr>
          <p:nvPr>
            <p:ph type="body" idx="15"/>
          </p:nvPr>
        </p:nvSpPr>
        <p:spPr>
          <a:xfrm>
            <a:off x="8128000" y="1837944"/>
            <a:ext cx="3300984" cy="426110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6" name="Column Divider">
            <a:extLst>
              <a:ext uri="{FF2B5EF4-FFF2-40B4-BE49-F238E27FC236}">
                <a16:creationId xmlns:a16="http://schemas.microsoft.com/office/drawing/2014/main" id="{274A3674-5C51-454B-8143-71AE7F81BA61}"/>
              </a:ext>
            </a:extLst>
          </p:cNvPr>
          <p:cNvSpPr>
            <a:spLocks noGrp="1"/>
          </p:cNvSpPr>
          <p:nvPr/>
        </p:nvSpPr>
        <p:spPr>
          <a:xfrm>
            <a:off x="7937500" y="1838958"/>
            <a:ext cx="0" cy="4261104"/>
          </a:xfrm>
          <a:prstGeom prst="line">
            <a:avLst/>
          </a:prstGeom>
          <a:ln w="19050">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sp>
      <p:sp>
        <p:nvSpPr>
          <p:cNvPr id="20" name="Text Field">
            <a:extLst>
              <a:ext uri="{FF2B5EF4-FFF2-40B4-BE49-F238E27FC236}">
                <a16:creationId xmlns:a16="http://schemas.microsoft.com/office/drawing/2014/main" id="{A3F2668A-2594-E744-9A86-00F03A65B3D0}"/>
              </a:ext>
            </a:extLst>
          </p:cNvPr>
          <p:cNvSpPr>
            <a:spLocks noGrp="1"/>
          </p:cNvSpPr>
          <p:nvPr>
            <p:ph type="body" idx="16"/>
          </p:nvPr>
        </p:nvSpPr>
        <p:spPr>
          <a:xfrm>
            <a:off x="4445000" y="1837944"/>
            <a:ext cx="3300984" cy="426110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5" name="Column Divider">
            <a:extLst>
              <a:ext uri="{FF2B5EF4-FFF2-40B4-BE49-F238E27FC236}">
                <a16:creationId xmlns:a16="http://schemas.microsoft.com/office/drawing/2014/main" id="{09F7933F-2885-4208-87A9-779E704C4BAD}"/>
              </a:ext>
            </a:extLst>
          </p:cNvPr>
          <p:cNvSpPr>
            <a:spLocks noGrp="1"/>
          </p:cNvSpPr>
          <p:nvPr/>
        </p:nvSpPr>
        <p:spPr>
          <a:xfrm>
            <a:off x="4254500" y="1838958"/>
            <a:ext cx="0" cy="4261104"/>
          </a:xfrm>
          <a:prstGeom prst="line">
            <a:avLst/>
          </a:prstGeom>
          <a:ln w="19050">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sp>
      <p:sp>
        <p:nvSpPr>
          <p:cNvPr id="16" name="Text Field">
            <a:extLst>
              <a:ext uri="{FF2B5EF4-FFF2-40B4-BE49-F238E27FC236}">
                <a16:creationId xmlns:a16="http://schemas.microsoft.com/office/drawing/2014/main" id="{1DBDDCF0-B3BA-F84E-B95B-56F0DD652B4E}"/>
              </a:ext>
            </a:extLst>
          </p:cNvPr>
          <p:cNvSpPr>
            <a:spLocks noGrp="1"/>
          </p:cNvSpPr>
          <p:nvPr>
            <p:ph type="body" idx="14"/>
          </p:nvPr>
        </p:nvSpPr>
        <p:spPr>
          <a:xfrm>
            <a:off x="758951" y="1837944"/>
            <a:ext cx="3300984" cy="426110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7" name="Accent Mark">
            <a:extLst>
              <a:ext uri="{FF2B5EF4-FFF2-40B4-BE49-F238E27FC236}">
                <a16:creationId xmlns:a16="http://schemas.microsoft.com/office/drawing/2014/main" id="{22E44AFA-BA7B-48B3-B486-DF636CB10757}"/>
              </a:ext>
            </a:extLst>
          </p:cNvPr>
          <p:cNvSpPr>
            <a:spLocks noGrp="1"/>
          </p:cNvSpPr>
          <p:nvPr/>
        </p:nvSpPr>
        <p:spPr>
          <a:xfrm flipH="1">
            <a:off x="768095" y="1584959"/>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18" name="Subtitle">
            <a:extLst>
              <a:ext uri="{FF2B5EF4-FFF2-40B4-BE49-F238E27FC236}">
                <a16:creationId xmlns:a16="http://schemas.microsoft.com/office/drawing/2014/main" id="{C2DB86C1-D122-1844-AC1A-B24593E8DB7A}"/>
              </a:ext>
            </a:extLst>
          </p:cNvPr>
          <p:cNvSpPr>
            <a:spLocks noGrp="1"/>
          </p:cNvSpPr>
          <p:nvPr>
            <p:ph type="body" idx="13" hasCustomPrompt="1"/>
          </p:nvPr>
        </p:nvSpPr>
        <p:spPr>
          <a:xfrm>
            <a:off x="762000" y="1000420"/>
            <a:ext cx="10671048" cy="330540"/>
          </a:xfrm>
          <a:prstGeom prst="rect">
            <a:avLst/>
          </a:prstGeom>
        </p:spPr>
        <p:txBody>
          <a:bodyPr lIns="0">
            <a:noAutofit/>
          </a:bodyPr>
          <a:lstStyle>
            <a:lvl1pPr marL="0" indent="0">
              <a:spcAft>
                <a:spcPts val="0"/>
              </a:spcAft>
              <a:buNone/>
              <a:defRPr sz="2000" b="0" i="0">
                <a:latin typeface="Oracle Sans"/>
                <a:ea typeface="Oracle Sans"/>
                <a:cs typeface="Oracle Sans"/>
              </a:defRPr>
            </a:lvl1pPr>
          </a:lstStyle>
          <a:p>
            <a:pPr lvl="0">
              <a:buNone/>
            </a:pPr>
            <a:r>
              <a:t>Subtitle</a:t>
            </a:r>
          </a:p>
        </p:txBody>
      </p:sp>
      <p:sp>
        <p:nvSpPr>
          <p:cNvPr id="17" name="Title">
            <a:extLst>
              <a:ext uri="{FF2B5EF4-FFF2-40B4-BE49-F238E27FC236}">
                <a16:creationId xmlns:a16="http://schemas.microsoft.com/office/drawing/2014/main" id="{1AD6C625-E91C-C740-B6CB-B38FD66B396D}"/>
              </a:ext>
            </a:extLst>
          </p:cNvPr>
          <p:cNvSpPr>
            <a:spLocks noGrp="1"/>
          </p:cNvSpPr>
          <p:nvPr>
            <p:ph type="title" hasCustomPrompt="1"/>
          </p:nvPr>
        </p:nvSpPr>
        <p:spPr>
          <a:xfrm>
            <a:off x="762000" y="508000"/>
            <a:ext cx="10671048" cy="492103"/>
          </a:xfrm>
        </p:spPr>
        <p:txBody>
          <a:bodyPr vert="horz" lIns="0" tIns="0" rIns="0" bIns="0" anchor="b">
            <a:noAutofit/>
          </a:bodyPr>
          <a:lstStyle>
            <a:lvl1pPr>
              <a:buNone/>
              <a:defRPr sz="2400" b="1" i="0" baseline="0">
                <a:latin typeface="Oracle Sans"/>
                <a:ea typeface="Oracle Sans"/>
                <a:cs typeface="Oracle Sans"/>
              </a:defRPr>
            </a:lvl1pPr>
          </a:lstStyle>
          <a:p>
            <a:pPr marL="0" lvl="0" indent="0">
              <a:spcBef>
                <a:spcPts val="1000"/>
              </a:spcBef>
              <a:buFont typeface="Arial"/>
              <a:buNone/>
            </a:pPr>
            <a:r>
              <a:t>Title</a:t>
            </a:r>
          </a:p>
        </p:txBody>
      </p:sp>
      <p:pic>
        <p:nvPicPr>
          <p:cNvPr id="43" name="Abstract Pattern Strip"/>
          <p:cNvPicPr>
            <a:picLocks noChangeAspect="1"/>
          </p:cNvPicPr>
          <p:nvPr/>
        </p:nvPicPr>
        <p:blipFill>
          <a:blip r:embed="rId4"/>
          <a:stretch>
            <a:fillRect/>
          </a:stretch>
        </p:blipFill>
        <p:spPr>
          <a:xfrm>
            <a:off x="0" y="0"/>
            <a:ext cx="12192000" cy="25400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Light - Title/Subtitle 4 Column">
    <p:bg>
      <p:bgPr>
        <a:solidFill>
          <a:schemeClr val="bg2"/>
        </a:solidFill>
        <a:effectLst/>
      </p:bgPr>
    </p:bg>
    <p:spTree>
      <p:nvGrpSpPr>
        <p:cNvPr id="1" name=""/>
        <p:cNvGrpSpPr/>
        <p:nvPr/>
      </p:nvGrpSpPr>
      <p:grpSpPr>
        <a:xfrm>
          <a:off x="0" y="0"/>
          <a:ext cx="0" cy="0"/>
          <a:chOff x="0" y="0"/>
          <a:chExt cx="0" cy="0"/>
        </a:xfrm>
      </p:grpSpPr>
      <p:pic>
        <p:nvPicPr>
          <p:cNvPr id="39" name="Data Texture Cloud"/>
          <p:cNvPicPr>
            <a:picLocks noChangeAspect="1"/>
          </p:cNvPicPr>
          <p:nvPr/>
        </p:nvPicPr>
        <p:blipFill rotWithShape="1">
          <a:blip r:embed="rId2">
            <a:alphaModFix amt="80000"/>
          </a:blip>
          <a:srcRect r="48609"/>
          <a:stretch/>
        </p:blipFill>
        <p:spPr>
          <a:xfrm>
            <a:off x="9881411" y="521208"/>
            <a:ext cx="2310589" cy="1700784"/>
          </a:xfrm>
          <a:prstGeom prst="rect">
            <a:avLst/>
          </a:prstGeom>
        </p:spPr>
      </p:pic>
      <p:pic>
        <p:nvPicPr>
          <p:cNvPr id="40" name="OTag"/>
          <p:cNvPicPr>
            <a:picLocks noChangeAspect="1"/>
          </p:cNvPicPr>
          <p:nvPr/>
        </p:nvPicPr>
        <p:blipFill>
          <a:blip r:embed="rId3"/>
          <a:stretch>
            <a:fillRect/>
          </a:stretch>
        </p:blipFill>
        <p:spPr>
          <a:xfrm>
            <a:off x="11183112" y="6355080"/>
            <a:ext cx="502920" cy="502920"/>
          </a:xfrm>
          <a:prstGeom prst="rect">
            <a:avLst/>
          </a:prstGeom>
        </p:spPr>
      </p:pic>
      <p:sp>
        <p:nvSpPr>
          <p:cNvPr id="22" name="Footer">
            <a:extLst>
              <a:ext uri="{FF2B5EF4-FFF2-40B4-BE49-F238E27FC236}">
                <a16:creationId xmlns:a16="http://schemas.microsoft.com/office/drawing/2014/main" id="{74B95F78-71AA-7641-8496-F7ABCE92E01A}"/>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19" name="Slide Number">
            <a:extLst>
              <a:ext uri="{FF2B5EF4-FFF2-40B4-BE49-F238E27FC236}">
                <a16:creationId xmlns:a16="http://schemas.microsoft.com/office/drawing/2014/main" id="{33487866-D41F-8C4E-BEA1-BDF786DFA5A6}"/>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35" name="Text Field">
            <a:extLst>
              <a:ext uri="{FF2B5EF4-FFF2-40B4-BE49-F238E27FC236}">
                <a16:creationId xmlns:a16="http://schemas.microsoft.com/office/drawing/2014/main" id="{339804BB-2EA6-8C4F-866E-E719BA537F8D}"/>
              </a:ext>
            </a:extLst>
          </p:cNvPr>
          <p:cNvSpPr>
            <a:spLocks noGrp="1"/>
          </p:cNvSpPr>
          <p:nvPr>
            <p:ph type="body" idx="18"/>
          </p:nvPr>
        </p:nvSpPr>
        <p:spPr>
          <a:xfrm>
            <a:off x="8953500" y="1837944"/>
            <a:ext cx="2478024" cy="426110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0" name="Column Divider">
            <a:extLst>
              <a:ext uri="{FF2B5EF4-FFF2-40B4-BE49-F238E27FC236}">
                <a16:creationId xmlns:a16="http://schemas.microsoft.com/office/drawing/2014/main" id="{5BBEAD8F-8E0D-4BD7-8C89-4FCBE6E040E4}"/>
              </a:ext>
            </a:extLst>
          </p:cNvPr>
          <p:cNvSpPr>
            <a:spLocks noGrp="1"/>
          </p:cNvSpPr>
          <p:nvPr/>
        </p:nvSpPr>
        <p:spPr>
          <a:xfrm>
            <a:off x="8826500" y="1838958"/>
            <a:ext cx="0" cy="4261104"/>
          </a:xfrm>
          <a:prstGeom prst="line">
            <a:avLst/>
          </a:prstGeom>
          <a:ln w="19050">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sp>
      <p:sp>
        <p:nvSpPr>
          <p:cNvPr id="32" name="Text Field">
            <a:extLst>
              <a:ext uri="{FF2B5EF4-FFF2-40B4-BE49-F238E27FC236}">
                <a16:creationId xmlns:a16="http://schemas.microsoft.com/office/drawing/2014/main" id="{32015544-9835-C645-A5B4-B9C3710188C1}"/>
              </a:ext>
            </a:extLst>
          </p:cNvPr>
          <p:cNvSpPr>
            <a:spLocks noGrp="1"/>
          </p:cNvSpPr>
          <p:nvPr>
            <p:ph type="body" idx="16"/>
          </p:nvPr>
        </p:nvSpPr>
        <p:spPr>
          <a:xfrm>
            <a:off x="6221476" y="1837944"/>
            <a:ext cx="2478024" cy="426110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9" name="Column Divider">
            <a:extLst>
              <a:ext uri="{FF2B5EF4-FFF2-40B4-BE49-F238E27FC236}">
                <a16:creationId xmlns:a16="http://schemas.microsoft.com/office/drawing/2014/main" id="{51EB98DA-EA57-45CD-AFA8-4FA72B9CD915}"/>
              </a:ext>
            </a:extLst>
          </p:cNvPr>
          <p:cNvSpPr>
            <a:spLocks noGrp="1"/>
          </p:cNvSpPr>
          <p:nvPr/>
        </p:nvSpPr>
        <p:spPr>
          <a:xfrm>
            <a:off x="6096000" y="1838958"/>
            <a:ext cx="0" cy="4261104"/>
          </a:xfrm>
          <a:prstGeom prst="line">
            <a:avLst/>
          </a:prstGeom>
          <a:ln w="19050">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sp>
      <p:sp>
        <p:nvSpPr>
          <p:cNvPr id="34" name="Text Field">
            <a:extLst>
              <a:ext uri="{FF2B5EF4-FFF2-40B4-BE49-F238E27FC236}">
                <a16:creationId xmlns:a16="http://schemas.microsoft.com/office/drawing/2014/main" id="{8936CF8B-824C-6D43-87AC-7D28E5F4AFF6}"/>
              </a:ext>
            </a:extLst>
          </p:cNvPr>
          <p:cNvSpPr>
            <a:spLocks noGrp="1"/>
          </p:cNvSpPr>
          <p:nvPr>
            <p:ph type="body" idx="17"/>
          </p:nvPr>
        </p:nvSpPr>
        <p:spPr>
          <a:xfrm>
            <a:off x="3492500" y="1837944"/>
            <a:ext cx="2478024" cy="426110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8" name="Column Divider">
            <a:extLst>
              <a:ext uri="{FF2B5EF4-FFF2-40B4-BE49-F238E27FC236}">
                <a16:creationId xmlns:a16="http://schemas.microsoft.com/office/drawing/2014/main" id="{B57C0F97-9975-4506-898B-3A814F9F447A}"/>
              </a:ext>
            </a:extLst>
          </p:cNvPr>
          <p:cNvSpPr>
            <a:spLocks noGrp="1"/>
          </p:cNvSpPr>
          <p:nvPr/>
        </p:nvSpPr>
        <p:spPr>
          <a:xfrm>
            <a:off x="3365500" y="1838958"/>
            <a:ext cx="0" cy="4261104"/>
          </a:xfrm>
          <a:prstGeom prst="line">
            <a:avLst/>
          </a:prstGeom>
          <a:ln w="19050">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sp>
      <p:sp>
        <p:nvSpPr>
          <p:cNvPr id="31" name="Text Field">
            <a:extLst>
              <a:ext uri="{FF2B5EF4-FFF2-40B4-BE49-F238E27FC236}">
                <a16:creationId xmlns:a16="http://schemas.microsoft.com/office/drawing/2014/main" id="{BBD3C9DD-1023-264E-8B2E-C3737E9E5BB3}"/>
              </a:ext>
            </a:extLst>
          </p:cNvPr>
          <p:cNvSpPr>
            <a:spLocks noGrp="1"/>
          </p:cNvSpPr>
          <p:nvPr>
            <p:ph type="body" idx="15"/>
          </p:nvPr>
        </p:nvSpPr>
        <p:spPr>
          <a:xfrm>
            <a:off x="758951" y="1837944"/>
            <a:ext cx="2478024" cy="4261104"/>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7" name="Accent Mark">
            <a:extLst>
              <a:ext uri="{FF2B5EF4-FFF2-40B4-BE49-F238E27FC236}">
                <a16:creationId xmlns:a16="http://schemas.microsoft.com/office/drawing/2014/main" id="{FBD59CEF-10B7-4117-9679-CD55B6FEAD54}"/>
              </a:ext>
            </a:extLst>
          </p:cNvPr>
          <p:cNvSpPr>
            <a:spLocks noGrp="1"/>
          </p:cNvSpPr>
          <p:nvPr/>
        </p:nvSpPr>
        <p:spPr>
          <a:xfrm flipH="1">
            <a:off x="768095" y="1584959"/>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18" name="Subtitle">
            <a:extLst>
              <a:ext uri="{FF2B5EF4-FFF2-40B4-BE49-F238E27FC236}">
                <a16:creationId xmlns:a16="http://schemas.microsoft.com/office/drawing/2014/main" id="{0F29B488-9E06-2A4D-AE0A-AEDAC8C00C46}"/>
              </a:ext>
            </a:extLst>
          </p:cNvPr>
          <p:cNvSpPr>
            <a:spLocks noGrp="1"/>
          </p:cNvSpPr>
          <p:nvPr>
            <p:ph type="body" idx="14" hasCustomPrompt="1"/>
          </p:nvPr>
        </p:nvSpPr>
        <p:spPr>
          <a:xfrm>
            <a:off x="762000" y="1000420"/>
            <a:ext cx="10671048" cy="330540"/>
          </a:xfrm>
          <a:prstGeom prst="rect">
            <a:avLst/>
          </a:prstGeom>
        </p:spPr>
        <p:txBody>
          <a:bodyPr lIns="0">
            <a:noAutofit/>
          </a:bodyPr>
          <a:lstStyle>
            <a:lvl1pPr marL="0" indent="0">
              <a:spcAft>
                <a:spcPts val="0"/>
              </a:spcAft>
              <a:buNone/>
              <a:defRPr sz="2000" b="0" i="0">
                <a:latin typeface="Oracle Sans"/>
                <a:ea typeface="Oracle Sans"/>
                <a:cs typeface="Oracle Sans"/>
              </a:defRPr>
            </a:lvl1pPr>
          </a:lstStyle>
          <a:p>
            <a:pPr lvl="0">
              <a:buNone/>
            </a:pPr>
            <a:r>
              <a:t>Subtitle</a:t>
            </a:r>
          </a:p>
        </p:txBody>
      </p:sp>
      <p:sp>
        <p:nvSpPr>
          <p:cNvPr id="17" name="Title">
            <a:extLst>
              <a:ext uri="{FF2B5EF4-FFF2-40B4-BE49-F238E27FC236}">
                <a16:creationId xmlns:a16="http://schemas.microsoft.com/office/drawing/2014/main" id="{0F194A7A-6F4C-2E4D-9455-39C5AB9DA04B}"/>
              </a:ext>
            </a:extLst>
          </p:cNvPr>
          <p:cNvSpPr>
            <a:spLocks noGrp="1"/>
          </p:cNvSpPr>
          <p:nvPr>
            <p:ph type="title" hasCustomPrompt="1"/>
          </p:nvPr>
        </p:nvSpPr>
        <p:spPr>
          <a:xfrm>
            <a:off x="762000" y="508000"/>
            <a:ext cx="10671048" cy="492103"/>
          </a:xfrm>
        </p:spPr>
        <p:txBody>
          <a:bodyPr vert="horz" lIns="0" tIns="0" rIns="0" bIns="0" anchor="b">
            <a:noAutofit/>
          </a:bodyPr>
          <a:lstStyle>
            <a:lvl1pPr>
              <a:buNone/>
              <a:defRPr sz="2400" b="1" i="0" baseline="0">
                <a:latin typeface="Oracle Sans"/>
                <a:ea typeface="Oracle Sans"/>
                <a:cs typeface="Oracle Sans"/>
              </a:defRPr>
            </a:lvl1pPr>
          </a:lstStyle>
          <a:p>
            <a:pPr marL="0" lvl="0" indent="0">
              <a:spcBef>
                <a:spcPts val="1000"/>
              </a:spcBef>
              <a:buFont typeface="Arial"/>
              <a:buNone/>
            </a:pPr>
            <a:r>
              <a:t>Title</a:t>
            </a:r>
          </a:p>
        </p:txBody>
      </p:sp>
      <p:pic>
        <p:nvPicPr>
          <p:cNvPr id="53" name="Abstract Pattern Strip"/>
          <p:cNvPicPr>
            <a:picLocks noChangeAspect="1"/>
          </p:cNvPicPr>
          <p:nvPr/>
        </p:nvPicPr>
        <p:blipFill>
          <a:blip r:embed="rId4"/>
          <a:stretch>
            <a:fillRect/>
          </a:stretch>
        </p:blipFill>
        <p:spPr>
          <a:xfrm>
            <a:off x="0" y="0"/>
            <a:ext cx="12192000" cy="25400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Light - Title Quad Infographic">
    <p:bg>
      <p:bgPr>
        <a:solidFill>
          <a:schemeClr val="bg2"/>
        </a:solidFill>
        <a:effectLst/>
      </p:bgPr>
    </p:bg>
    <p:spTree>
      <p:nvGrpSpPr>
        <p:cNvPr id="1" name=""/>
        <p:cNvGrpSpPr/>
        <p:nvPr/>
      </p:nvGrpSpPr>
      <p:grpSpPr>
        <a:xfrm>
          <a:off x="0" y="0"/>
          <a:ext cx="0" cy="0"/>
          <a:chOff x="0" y="0"/>
          <a:chExt cx="0" cy="0"/>
        </a:xfrm>
      </p:grpSpPr>
      <p:pic>
        <p:nvPicPr>
          <p:cNvPr id="40" name="Data Texture Cloud"/>
          <p:cNvPicPr>
            <a:picLocks noChangeAspect="1"/>
          </p:cNvPicPr>
          <p:nvPr/>
        </p:nvPicPr>
        <p:blipFill rotWithShape="1">
          <a:blip r:embed="rId2">
            <a:alphaModFix amt="80000"/>
          </a:blip>
          <a:srcRect r="48609"/>
          <a:stretch/>
        </p:blipFill>
        <p:spPr>
          <a:xfrm>
            <a:off x="9881411" y="521208"/>
            <a:ext cx="2310589" cy="1700784"/>
          </a:xfrm>
          <a:prstGeom prst="rect">
            <a:avLst/>
          </a:prstGeom>
        </p:spPr>
      </p:pic>
      <p:pic>
        <p:nvPicPr>
          <p:cNvPr id="41" name="OTag"/>
          <p:cNvPicPr>
            <a:picLocks noChangeAspect="1"/>
          </p:cNvPicPr>
          <p:nvPr/>
        </p:nvPicPr>
        <p:blipFill>
          <a:blip r:embed="rId3"/>
          <a:stretch>
            <a:fillRect/>
          </a:stretch>
        </p:blipFill>
        <p:spPr>
          <a:xfrm>
            <a:off x="11183112" y="6355080"/>
            <a:ext cx="502920" cy="502920"/>
          </a:xfrm>
          <a:prstGeom prst="rect">
            <a:avLst/>
          </a:prstGeom>
        </p:spPr>
      </p:pic>
      <p:sp>
        <p:nvSpPr>
          <p:cNvPr id="18" name="Footer">
            <a:extLst>
              <a:ext uri="{FF2B5EF4-FFF2-40B4-BE49-F238E27FC236}">
                <a16:creationId xmlns:a16="http://schemas.microsoft.com/office/drawing/2014/main" id="{F574F1B2-5125-114F-B675-196A5FB2C2E9}"/>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17" name="Slide Number">
            <a:extLst>
              <a:ext uri="{FF2B5EF4-FFF2-40B4-BE49-F238E27FC236}">
                <a16:creationId xmlns:a16="http://schemas.microsoft.com/office/drawing/2014/main" id="{237B0D71-84FB-B345-90D3-3D24EEBD0C2E}"/>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32" name="Text Field">
            <a:extLst>
              <a:ext uri="{FF2B5EF4-FFF2-40B4-BE49-F238E27FC236}">
                <a16:creationId xmlns:a16="http://schemas.microsoft.com/office/drawing/2014/main" id="{41923FF5-9A13-1F4B-89D9-62FE2B438352}"/>
              </a:ext>
            </a:extLst>
          </p:cNvPr>
          <p:cNvSpPr>
            <a:spLocks noGrp="1"/>
          </p:cNvSpPr>
          <p:nvPr>
            <p:ph type="body" idx="22"/>
          </p:nvPr>
        </p:nvSpPr>
        <p:spPr>
          <a:xfrm>
            <a:off x="8224823" y="4222750"/>
            <a:ext cx="3203704" cy="1873245"/>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6" name="Picture Placeholder">
            <a:extLst>
              <a:ext uri="{FF2B5EF4-FFF2-40B4-BE49-F238E27FC236}">
                <a16:creationId xmlns:a16="http://schemas.microsoft.com/office/drawing/2014/main" id="{E401E47D-2565-384E-8A5E-2C02D2EAAAAB}"/>
              </a:ext>
            </a:extLst>
          </p:cNvPr>
          <p:cNvSpPr>
            <a:spLocks noGrp="1"/>
          </p:cNvSpPr>
          <p:nvPr>
            <p:ph type="pic" idx="26"/>
          </p:nvPr>
        </p:nvSpPr>
        <p:spPr>
          <a:xfrm>
            <a:off x="6350303" y="4222112"/>
            <a:ext cx="1618488" cy="1618488"/>
          </a:xfrm>
        </p:spPr>
        <p:txBody>
          <a:bodyPr/>
          <a:lstStyle/>
          <a:p>
            <a:endParaRPr/>
          </a:p>
        </p:txBody>
      </p:sp>
      <p:sp>
        <p:nvSpPr>
          <p:cNvPr id="31" name="Text Field">
            <a:extLst>
              <a:ext uri="{FF2B5EF4-FFF2-40B4-BE49-F238E27FC236}">
                <a16:creationId xmlns:a16="http://schemas.microsoft.com/office/drawing/2014/main" id="{0EDDA99D-1B70-A347-9716-4968C6A671A3}"/>
              </a:ext>
            </a:extLst>
          </p:cNvPr>
          <p:cNvSpPr>
            <a:spLocks noGrp="1"/>
          </p:cNvSpPr>
          <p:nvPr>
            <p:ph type="body" idx="21"/>
          </p:nvPr>
        </p:nvSpPr>
        <p:spPr>
          <a:xfrm>
            <a:off x="8224823" y="1837944"/>
            <a:ext cx="3203704" cy="1873245"/>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5" name="Picture Placeholder">
            <a:extLst>
              <a:ext uri="{FF2B5EF4-FFF2-40B4-BE49-F238E27FC236}">
                <a16:creationId xmlns:a16="http://schemas.microsoft.com/office/drawing/2014/main" id="{422BC426-FCDB-1347-93C5-E0102AEBC39C}"/>
              </a:ext>
            </a:extLst>
          </p:cNvPr>
          <p:cNvSpPr>
            <a:spLocks noGrp="1"/>
          </p:cNvSpPr>
          <p:nvPr>
            <p:ph type="pic" idx="25"/>
          </p:nvPr>
        </p:nvSpPr>
        <p:spPr>
          <a:xfrm>
            <a:off x="6350303" y="1838324"/>
            <a:ext cx="1618488" cy="1618488"/>
          </a:xfrm>
        </p:spPr>
        <p:txBody>
          <a:bodyPr/>
          <a:lstStyle/>
          <a:p>
            <a:endParaRPr/>
          </a:p>
        </p:txBody>
      </p:sp>
      <p:sp>
        <p:nvSpPr>
          <p:cNvPr id="29" name="Text Field">
            <a:extLst>
              <a:ext uri="{FF2B5EF4-FFF2-40B4-BE49-F238E27FC236}">
                <a16:creationId xmlns:a16="http://schemas.microsoft.com/office/drawing/2014/main" id="{031D2CD6-C0D8-8147-83B7-2E2A8E87228F}"/>
              </a:ext>
            </a:extLst>
          </p:cNvPr>
          <p:cNvSpPr>
            <a:spLocks noGrp="1"/>
          </p:cNvSpPr>
          <p:nvPr>
            <p:ph type="body" idx="20"/>
          </p:nvPr>
        </p:nvSpPr>
        <p:spPr>
          <a:xfrm>
            <a:off x="2635245" y="4222750"/>
            <a:ext cx="3203704" cy="1873245"/>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4" name="Picture Placeholder">
            <a:extLst>
              <a:ext uri="{FF2B5EF4-FFF2-40B4-BE49-F238E27FC236}">
                <a16:creationId xmlns:a16="http://schemas.microsoft.com/office/drawing/2014/main" id="{B5E51CE6-D9C1-DD40-936F-2F700452F826}"/>
              </a:ext>
            </a:extLst>
          </p:cNvPr>
          <p:cNvSpPr>
            <a:spLocks noGrp="1"/>
          </p:cNvSpPr>
          <p:nvPr>
            <p:ph type="pic" idx="24"/>
          </p:nvPr>
        </p:nvSpPr>
        <p:spPr>
          <a:xfrm>
            <a:off x="760725" y="4222112"/>
            <a:ext cx="1618488" cy="1618488"/>
          </a:xfrm>
        </p:spPr>
        <p:txBody>
          <a:bodyPr/>
          <a:lstStyle/>
          <a:p>
            <a:endParaRPr/>
          </a:p>
        </p:txBody>
      </p:sp>
      <p:sp>
        <p:nvSpPr>
          <p:cNvPr id="25" name="Text Field">
            <a:extLst>
              <a:ext uri="{FF2B5EF4-FFF2-40B4-BE49-F238E27FC236}">
                <a16:creationId xmlns:a16="http://schemas.microsoft.com/office/drawing/2014/main" id="{C023883C-5CAF-9849-B009-1426F3585365}"/>
              </a:ext>
            </a:extLst>
          </p:cNvPr>
          <p:cNvSpPr>
            <a:spLocks noGrp="1"/>
          </p:cNvSpPr>
          <p:nvPr>
            <p:ph type="body" idx="14"/>
          </p:nvPr>
        </p:nvSpPr>
        <p:spPr>
          <a:xfrm>
            <a:off x="2635245" y="1837944"/>
            <a:ext cx="3203704" cy="1873245"/>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3" name="Picture Placeholder">
            <a:extLst>
              <a:ext uri="{FF2B5EF4-FFF2-40B4-BE49-F238E27FC236}">
                <a16:creationId xmlns:a16="http://schemas.microsoft.com/office/drawing/2014/main" id="{DC7ED535-9B24-2444-9E27-765F743C79F0}"/>
              </a:ext>
            </a:extLst>
          </p:cNvPr>
          <p:cNvSpPr>
            <a:spLocks noGrp="1"/>
          </p:cNvSpPr>
          <p:nvPr>
            <p:ph type="pic" idx="23"/>
          </p:nvPr>
        </p:nvSpPr>
        <p:spPr>
          <a:xfrm>
            <a:off x="760725" y="1838324"/>
            <a:ext cx="1618488" cy="1618488"/>
          </a:xfrm>
        </p:spPr>
        <p:txBody>
          <a:bodyPr/>
          <a:lstStyle/>
          <a:p>
            <a:endParaRPr/>
          </a:p>
        </p:txBody>
      </p:sp>
      <p:sp>
        <p:nvSpPr>
          <p:cNvPr id="21" name="Accent Mark">
            <a:extLst>
              <a:ext uri="{FF2B5EF4-FFF2-40B4-BE49-F238E27FC236}">
                <a16:creationId xmlns:a16="http://schemas.microsoft.com/office/drawing/2014/main" id="{22548D7C-73D4-42C6-83F8-57B5B9D8495D}"/>
              </a:ext>
            </a:extLst>
          </p:cNvPr>
          <p:cNvSpPr>
            <a:spLocks noGrp="1"/>
          </p:cNvSpPr>
          <p:nvPr/>
        </p:nvSpPr>
        <p:spPr>
          <a:xfrm flipH="1">
            <a:off x="768095" y="1584959"/>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22" name="Title">
            <a:extLst>
              <a:ext uri="{FF2B5EF4-FFF2-40B4-BE49-F238E27FC236}">
                <a16:creationId xmlns:a16="http://schemas.microsoft.com/office/drawing/2014/main" id="{DAE39BE3-8D44-8145-A734-01B7FBD49534}"/>
              </a:ext>
            </a:extLst>
          </p:cNvPr>
          <p:cNvSpPr>
            <a:spLocks noGrp="1"/>
          </p:cNvSpPr>
          <p:nvPr>
            <p:ph type="title" hasCustomPrompt="1"/>
          </p:nvPr>
        </p:nvSpPr>
        <p:spPr>
          <a:xfrm>
            <a:off x="762000" y="508000"/>
            <a:ext cx="10671048" cy="822960"/>
          </a:xfrm>
        </p:spPr>
        <p:txBody>
          <a:bodyPr vert="horz" lIns="0" tIns="0" rIns="0" bIns="0" anchor="b">
            <a:noAutofit/>
          </a:bodyPr>
          <a:lstStyle>
            <a:lvl1pPr>
              <a:buNone/>
              <a:defRPr sz="2400" b="1" i="0" baseline="0">
                <a:solidFill>
                  <a:schemeClr val="tx1"/>
                </a:solidFill>
                <a:latin typeface="Oracle Sans"/>
                <a:ea typeface="Oracle Sans"/>
                <a:cs typeface="Oracle Sans"/>
              </a:defRPr>
            </a:lvl1pPr>
          </a:lstStyle>
          <a:p>
            <a:pPr marL="0" lvl="0" indent="0">
              <a:spcBef>
                <a:spcPts val="1000"/>
              </a:spcBef>
              <a:buFont typeface="Arial"/>
              <a:buNone/>
            </a:pPr>
            <a:r>
              <a:t>Title</a:t>
            </a:r>
          </a:p>
        </p:txBody>
      </p:sp>
      <p:pic>
        <p:nvPicPr>
          <p:cNvPr id="54" name="Abstract Pattern Strip"/>
          <p:cNvPicPr>
            <a:picLocks noChangeAspect="1"/>
          </p:cNvPicPr>
          <p:nvPr/>
        </p:nvPicPr>
        <p:blipFill>
          <a:blip r:embed="rId4"/>
          <a:stretch>
            <a:fillRect/>
          </a:stretch>
        </p:blipFill>
        <p:spPr>
          <a:xfrm>
            <a:off x="0" y="0"/>
            <a:ext cx="12192000" cy="25400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Light - Title/Subtitle Quad Infographic">
    <p:bg>
      <p:bgPr>
        <a:solidFill>
          <a:schemeClr val="bg2"/>
        </a:solidFill>
        <a:effectLst/>
      </p:bgPr>
    </p:bg>
    <p:spTree>
      <p:nvGrpSpPr>
        <p:cNvPr id="1" name=""/>
        <p:cNvGrpSpPr/>
        <p:nvPr/>
      </p:nvGrpSpPr>
      <p:grpSpPr>
        <a:xfrm>
          <a:off x="0" y="0"/>
          <a:ext cx="0" cy="0"/>
          <a:chOff x="0" y="0"/>
          <a:chExt cx="0" cy="0"/>
        </a:xfrm>
      </p:grpSpPr>
      <p:pic>
        <p:nvPicPr>
          <p:cNvPr id="40" name="Data Texture Cloud"/>
          <p:cNvPicPr>
            <a:picLocks noChangeAspect="1"/>
          </p:cNvPicPr>
          <p:nvPr/>
        </p:nvPicPr>
        <p:blipFill rotWithShape="1">
          <a:blip r:embed="rId2">
            <a:alphaModFix amt="80000"/>
          </a:blip>
          <a:srcRect r="48609"/>
          <a:stretch/>
        </p:blipFill>
        <p:spPr>
          <a:xfrm>
            <a:off x="9881411" y="521208"/>
            <a:ext cx="2310589" cy="1700784"/>
          </a:xfrm>
          <a:prstGeom prst="rect">
            <a:avLst/>
          </a:prstGeom>
        </p:spPr>
      </p:pic>
      <p:pic>
        <p:nvPicPr>
          <p:cNvPr id="41" name="OTag"/>
          <p:cNvPicPr>
            <a:picLocks noChangeAspect="1"/>
          </p:cNvPicPr>
          <p:nvPr/>
        </p:nvPicPr>
        <p:blipFill>
          <a:blip r:embed="rId3"/>
          <a:stretch>
            <a:fillRect/>
          </a:stretch>
        </p:blipFill>
        <p:spPr>
          <a:xfrm>
            <a:off x="11183112" y="6355080"/>
            <a:ext cx="502920" cy="502920"/>
          </a:xfrm>
          <a:prstGeom prst="rect">
            <a:avLst/>
          </a:prstGeom>
        </p:spPr>
      </p:pic>
      <p:sp>
        <p:nvSpPr>
          <p:cNvPr id="18" name="Footer">
            <a:extLst>
              <a:ext uri="{FF2B5EF4-FFF2-40B4-BE49-F238E27FC236}">
                <a16:creationId xmlns:a16="http://schemas.microsoft.com/office/drawing/2014/main" id="{DACB8D5A-1D6D-124B-A372-69C969095AF5}"/>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17" name="Slide Number">
            <a:extLst>
              <a:ext uri="{FF2B5EF4-FFF2-40B4-BE49-F238E27FC236}">
                <a16:creationId xmlns:a16="http://schemas.microsoft.com/office/drawing/2014/main" id="{237B0D71-84FB-B345-90D3-3D24EEBD0C2E}"/>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32" name="Text Field">
            <a:extLst>
              <a:ext uri="{FF2B5EF4-FFF2-40B4-BE49-F238E27FC236}">
                <a16:creationId xmlns:a16="http://schemas.microsoft.com/office/drawing/2014/main" id="{41923FF5-9A13-1F4B-89D9-62FE2B438352}"/>
              </a:ext>
            </a:extLst>
          </p:cNvPr>
          <p:cNvSpPr>
            <a:spLocks noGrp="1"/>
          </p:cNvSpPr>
          <p:nvPr>
            <p:ph type="body" idx="22"/>
          </p:nvPr>
        </p:nvSpPr>
        <p:spPr>
          <a:xfrm>
            <a:off x="8224823" y="4222750"/>
            <a:ext cx="3203704" cy="1873245"/>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6" name="Picture Placeholder">
            <a:extLst>
              <a:ext uri="{FF2B5EF4-FFF2-40B4-BE49-F238E27FC236}">
                <a16:creationId xmlns:a16="http://schemas.microsoft.com/office/drawing/2014/main" id="{E401E47D-2565-384E-8A5E-2C02D2EAAAAB}"/>
              </a:ext>
            </a:extLst>
          </p:cNvPr>
          <p:cNvSpPr>
            <a:spLocks noGrp="1"/>
          </p:cNvSpPr>
          <p:nvPr>
            <p:ph type="pic" idx="26"/>
          </p:nvPr>
        </p:nvSpPr>
        <p:spPr>
          <a:xfrm>
            <a:off x="6350303" y="4222112"/>
            <a:ext cx="1618488" cy="1618488"/>
          </a:xfrm>
        </p:spPr>
        <p:txBody>
          <a:bodyPr/>
          <a:lstStyle/>
          <a:p>
            <a:endParaRPr/>
          </a:p>
        </p:txBody>
      </p:sp>
      <p:sp>
        <p:nvSpPr>
          <p:cNvPr id="31" name="Text Field">
            <a:extLst>
              <a:ext uri="{FF2B5EF4-FFF2-40B4-BE49-F238E27FC236}">
                <a16:creationId xmlns:a16="http://schemas.microsoft.com/office/drawing/2014/main" id="{0EDDA99D-1B70-A347-9716-4968C6A671A3}"/>
              </a:ext>
            </a:extLst>
          </p:cNvPr>
          <p:cNvSpPr>
            <a:spLocks noGrp="1"/>
          </p:cNvSpPr>
          <p:nvPr>
            <p:ph type="body" idx="21"/>
          </p:nvPr>
        </p:nvSpPr>
        <p:spPr>
          <a:xfrm>
            <a:off x="8224823" y="1837944"/>
            <a:ext cx="3203704" cy="1873245"/>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5" name="Picture Placeholder">
            <a:extLst>
              <a:ext uri="{FF2B5EF4-FFF2-40B4-BE49-F238E27FC236}">
                <a16:creationId xmlns:a16="http://schemas.microsoft.com/office/drawing/2014/main" id="{422BC426-FCDB-1347-93C5-E0102AEBC39C}"/>
              </a:ext>
            </a:extLst>
          </p:cNvPr>
          <p:cNvSpPr>
            <a:spLocks noGrp="1"/>
          </p:cNvSpPr>
          <p:nvPr>
            <p:ph type="pic" idx="25"/>
          </p:nvPr>
        </p:nvSpPr>
        <p:spPr>
          <a:xfrm>
            <a:off x="6350303" y="1838324"/>
            <a:ext cx="1618488" cy="1618488"/>
          </a:xfrm>
        </p:spPr>
        <p:txBody>
          <a:bodyPr/>
          <a:lstStyle/>
          <a:p>
            <a:endParaRPr/>
          </a:p>
        </p:txBody>
      </p:sp>
      <p:sp>
        <p:nvSpPr>
          <p:cNvPr id="29" name="Text Field">
            <a:extLst>
              <a:ext uri="{FF2B5EF4-FFF2-40B4-BE49-F238E27FC236}">
                <a16:creationId xmlns:a16="http://schemas.microsoft.com/office/drawing/2014/main" id="{031D2CD6-C0D8-8147-83B7-2E2A8E87228F}"/>
              </a:ext>
            </a:extLst>
          </p:cNvPr>
          <p:cNvSpPr>
            <a:spLocks noGrp="1"/>
          </p:cNvSpPr>
          <p:nvPr>
            <p:ph type="body" idx="20"/>
          </p:nvPr>
        </p:nvSpPr>
        <p:spPr>
          <a:xfrm>
            <a:off x="2635245" y="4222750"/>
            <a:ext cx="3203704" cy="1873245"/>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4" name="Picture Placeholder">
            <a:extLst>
              <a:ext uri="{FF2B5EF4-FFF2-40B4-BE49-F238E27FC236}">
                <a16:creationId xmlns:a16="http://schemas.microsoft.com/office/drawing/2014/main" id="{B5E51CE6-D9C1-DD40-936F-2F700452F826}"/>
              </a:ext>
            </a:extLst>
          </p:cNvPr>
          <p:cNvSpPr>
            <a:spLocks noGrp="1"/>
          </p:cNvSpPr>
          <p:nvPr>
            <p:ph type="pic" idx="24"/>
          </p:nvPr>
        </p:nvSpPr>
        <p:spPr>
          <a:xfrm>
            <a:off x="760725" y="4222112"/>
            <a:ext cx="1618488" cy="1618488"/>
          </a:xfrm>
        </p:spPr>
        <p:txBody>
          <a:bodyPr/>
          <a:lstStyle/>
          <a:p>
            <a:endParaRPr/>
          </a:p>
        </p:txBody>
      </p:sp>
      <p:sp>
        <p:nvSpPr>
          <p:cNvPr id="25" name="Text Field">
            <a:extLst>
              <a:ext uri="{FF2B5EF4-FFF2-40B4-BE49-F238E27FC236}">
                <a16:creationId xmlns:a16="http://schemas.microsoft.com/office/drawing/2014/main" id="{C023883C-5CAF-9849-B009-1426F3585365}"/>
              </a:ext>
            </a:extLst>
          </p:cNvPr>
          <p:cNvSpPr>
            <a:spLocks noGrp="1"/>
          </p:cNvSpPr>
          <p:nvPr>
            <p:ph type="body" idx="14"/>
          </p:nvPr>
        </p:nvSpPr>
        <p:spPr>
          <a:xfrm>
            <a:off x="2635245" y="1837944"/>
            <a:ext cx="3203704" cy="1873245"/>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3" name="Picture Placeholder">
            <a:extLst>
              <a:ext uri="{FF2B5EF4-FFF2-40B4-BE49-F238E27FC236}">
                <a16:creationId xmlns:a16="http://schemas.microsoft.com/office/drawing/2014/main" id="{DC7ED535-9B24-2444-9E27-765F743C79F0}"/>
              </a:ext>
            </a:extLst>
          </p:cNvPr>
          <p:cNvSpPr>
            <a:spLocks noGrp="1"/>
          </p:cNvSpPr>
          <p:nvPr>
            <p:ph type="pic" idx="23"/>
          </p:nvPr>
        </p:nvSpPr>
        <p:spPr>
          <a:xfrm>
            <a:off x="760725" y="1838324"/>
            <a:ext cx="1618488" cy="1618488"/>
          </a:xfrm>
        </p:spPr>
        <p:txBody>
          <a:bodyPr/>
          <a:lstStyle/>
          <a:p>
            <a:endParaRPr/>
          </a:p>
        </p:txBody>
      </p:sp>
      <p:sp>
        <p:nvSpPr>
          <p:cNvPr id="21" name="Accent Mark">
            <a:extLst>
              <a:ext uri="{FF2B5EF4-FFF2-40B4-BE49-F238E27FC236}">
                <a16:creationId xmlns:a16="http://schemas.microsoft.com/office/drawing/2014/main" id="{6BBF09BD-A879-4C76-ADE5-F298CF565A30}"/>
              </a:ext>
            </a:extLst>
          </p:cNvPr>
          <p:cNvSpPr>
            <a:spLocks noGrp="1"/>
          </p:cNvSpPr>
          <p:nvPr/>
        </p:nvSpPr>
        <p:spPr>
          <a:xfrm flipH="1">
            <a:off x="768095" y="1584959"/>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22" name="Subtitle">
            <a:extLst>
              <a:ext uri="{FF2B5EF4-FFF2-40B4-BE49-F238E27FC236}">
                <a16:creationId xmlns:a16="http://schemas.microsoft.com/office/drawing/2014/main" id="{F8627394-C302-DF4A-A2CC-76DC053BE227}"/>
              </a:ext>
            </a:extLst>
          </p:cNvPr>
          <p:cNvSpPr>
            <a:spLocks noGrp="1"/>
          </p:cNvSpPr>
          <p:nvPr>
            <p:ph type="body" idx="27" hasCustomPrompt="1"/>
          </p:nvPr>
        </p:nvSpPr>
        <p:spPr>
          <a:xfrm>
            <a:off x="762000" y="1000420"/>
            <a:ext cx="10671048" cy="330540"/>
          </a:xfrm>
          <a:prstGeom prst="rect">
            <a:avLst/>
          </a:prstGeom>
        </p:spPr>
        <p:txBody>
          <a:bodyPr lIns="0">
            <a:noAutofit/>
          </a:bodyPr>
          <a:lstStyle>
            <a:lvl1pPr marL="0" indent="0">
              <a:spcAft>
                <a:spcPts val="0"/>
              </a:spcAft>
              <a:buNone/>
              <a:defRPr sz="2000" b="0" i="0">
                <a:latin typeface="Oracle Sans"/>
                <a:ea typeface="Oracle Sans"/>
                <a:cs typeface="Oracle Sans"/>
              </a:defRPr>
            </a:lvl1pPr>
          </a:lstStyle>
          <a:p>
            <a:pPr lvl="0">
              <a:buNone/>
            </a:pPr>
            <a:r>
              <a:t>Subtitle</a:t>
            </a:r>
          </a:p>
        </p:txBody>
      </p:sp>
      <p:sp>
        <p:nvSpPr>
          <p:cNvPr id="24" name="Title">
            <a:extLst>
              <a:ext uri="{FF2B5EF4-FFF2-40B4-BE49-F238E27FC236}">
                <a16:creationId xmlns:a16="http://schemas.microsoft.com/office/drawing/2014/main" id="{8C9BB090-903F-7141-8040-376390E8FE3B}"/>
              </a:ext>
            </a:extLst>
          </p:cNvPr>
          <p:cNvSpPr>
            <a:spLocks noGrp="1"/>
          </p:cNvSpPr>
          <p:nvPr>
            <p:ph type="title" hasCustomPrompt="1"/>
          </p:nvPr>
        </p:nvSpPr>
        <p:spPr>
          <a:xfrm>
            <a:off x="762000" y="508000"/>
            <a:ext cx="10671048" cy="492103"/>
          </a:xfrm>
        </p:spPr>
        <p:txBody>
          <a:bodyPr vert="horz" lIns="0" tIns="0" rIns="0" bIns="0" anchor="b">
            <a:noAutofit/>
          </a:bodyPr>
          <a:lstStyle>
            <a:lvl1pPr>
              <a:buNone/>
              <a:defRPr sz="2400" b="1" i="0" baseline="0">
                <a:latin typeface="Oracle Sans"/>
                <a:ea typeface="Oracle Sans"/>
                <a:cs typeface="Oracle Sans"/>
              </a:defRPr>
            </a:lvl1pPr>
          </a:lstStyle>
          <a:p>
            <a:pPr marL="0" lvl="0" indent="0">
              <a:spcBef>
                <a:spcPts val="1000"/>
              </a:spcBef>
              <a:buFont typeface="Arial"/>
              <a:buNone/>
            </a:pPr>
            <a:r>
              <a:t>Title</a:t>
            </a:r>
          </a:p>
        </p:txBody>
      </p:sp>
      <p:pic>
        <p:nvPicPr>
          <p:cNvPr id="55" name="Abstract Pattern Strip"/>
          <p:cNvPicPr>
            <a:picLocks noChangeAspect="1"/>
          </p:cNvPicPr>
          <p:nvPr/>
        </p:nvPicPr>
        <p:blipFill>
          <a:blip r:embed="rId4"/>
          <a:stretch>
            <a:fillRect/>
          </a:stretch>
        </p:blipFill>
        <p:spPr>
          <a:xfrm>
            <a:off x="0" y="0"/>
            <a:ext cx="12192000" cy="25400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Light - Metric">
    <p:bg>
      <p:bgPr>
        <a:solidFill>
          <a:schemeClr val="bg2"/>
        </a:solidFill>
        <a:effectLst/>
      </p:bgPr>
    </p:bg>
    <p:spTree>
      <p:nvGrpSpPr>
        <p:cNvPr id="1" name=""/>
        <p:cNvGrpSpPr/>
        <p:nvPr/>
      </p:nvGrpSpPr>
      <p:grpSpPr>
        <a:xfrm>
          <a:off x="0" y="0"/>
          <a:ext cx="0" cy="0"/>
          <a:chOff x="0" y="0"/>
          <a:chExt cx="0" cy="0"/>
        </a:xfrm>
      </p:grpSpPr>
      <p:pic>
        <p:nvPicPr>
          <p:cNvPr id="20" name="Data Texture Image"/>
          <p:cNvPicPr>
            <a:picLocks noChangeAspect="1"/>
          </p:cNvPicPr>
          <p:nvPr/>
        </p:nvPicPr>
        <p:blipFill rotWithShape="1">
          <a:blip r:embed="rId2">
            <a:alphaModFix amt="30000"/>
          </a:blip>
          <a:srcRect l="49997"/>
          <a:stretch/>
        </p:blipFill>
        <p:spPr>
          <a:xfrm>
            <a:off x="6095652" y="0"/>
            <a:ext cx="6096348" cy="6858000"/>
          </a:xfrm>
          <a:prstGeom prst="rect">
            <a:avLst/>
          </a:prstGeom>
        </p:spPr>
      </p:pic>
      <p:pic>
        <p:nvPicPr>
          <p:cNvPr id="21" name="OTag"/>
          <p:cNvPicPr>
            <a:picLocks noChangeAspect="1"/>
          </p:cNvPicPr>
          <p:nvPr/>
        </p:nvPicPr>
        <p:blipFill>
          <a:blip r:embed="rId3"/>
          <a:stretch>
            <a:fillRect/>
          </a:stretch>
        </p:blipFill>
        <p:spPr>
          <a:xfrm>
            <a:off x="11183112" y="6355080"/>
            <a:ext cx="502920" cy="502920"/>
          </a:xfrm>
          <a:prstGeom prst="rect">
            <a:avLst/>
          </a:prstGeom>
        </p:spPr>
      </p:pic>
      <p:sp>
        <p:nvSpPr>
          <p:cNvPr id="10" name="Footer">
            <a:extLst>
              <a:ext uri="{FF2B5EF4-FFF2-40B4-BE49-F238E27FC236}">
                <a16:creationId xmlns:a16="http://schemas.microsoft.com/office/drawing/2014/main" id="{4800481F-70FF-124B-B394-1EA7F1950D2A}"/>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13" name="Slide Number">
            <a:extLst>
              <a:ext uri="{FF2B5EF4-FFF2-40B4-BE49-F238E27FC236}">
                <a16:creationId xmlns:a16="http://schemas.microsoft.com/office/drawing/2014/main" id="{FCAAB249-B453-7C45-A6AF-DF393B62BD8C}"/>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16" name="Text Field">
            <a:extLst>
              <a:ext uri="{FF2B5EF4-FFF2-40B4-BE49-F238E27FC236}">
                <a16:creationId xmlns:a16="http://schemas.microsoft.com/office/drawing/2014/main" id="{7409CAB6-76E7-5A4A-82F7-8D2B98C6DD05}"/>
              </a:ext>
            </a:extLst>
          </p:cNvPr>
          <p:cNvSpPr>
            <a:spLocks noGrp="1"/>
          </p:cNvSpPr>
          <p:nvPr>
            <p:ph type="body" idx="12"/>
          </p:nvPr>
        </p:nvSpPr>
        <p:spPr>
          <a:xfrm>
            <a:off x="758952" y="3682999"/>
            <a:ext cx="5081014" cy="241604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7" name="Accent Mark">
            <a:extLst>
              <a:ext uri="{FF2B5EF4-FFF2-40B4-BE49-F238E27FC236}">
                <a16:creationId xmlns:a16="http://schemas.microsoft.com/office/drawing/2014/main" id="{3D5B498F-EC28-4B4F-83E0-20AC1D43E5CF}"/>
              </a:ext>
            </a:extLst>
          </p:cNvPr>
          <p:cNvSpPr>
            <a:spLocks noGrp="1"/>
          </p:cNvSpPr>
          <p:nvPr/>
        </p:nvSpPr>
        <p:spPr>
          <a:xfrm flipH="1">
            <a:off x="768095" y="3428999"/>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9" name="Metric">
            <a:extLst>
              <a:ext uri="{FF2B5EF4-FFF2-40B4-BE49-F238E27FC236}">
                <a16:creationId xmlns:a16="http://schemas.microsoft.com/office/drawing/2014/main" id="{6D46810D-06AF-8048-A8FC-EB9C64BA9823}"/>
              </a:ext>
            </a:extLst>
          </p:cNvPr>
          <p:cNvSpPr>
            <a:spLocks noGrp="1"/>
          </p:cNvSpPr>
          <p:nvPr>
            <p:ph type="body" idx="11" hasCustomPrompt="1"/>
          </p:nvPr>
        </p:nvSpPr>
        <p:spPr>
          <a:xfrm>
            <a:off x="761285" y="2297520"/>
            <a:ext cx="5078335" cy="877163"/>
          </a:xfrm>
          <a:prstGeom prst="rect">
            <a:avLst/>
          </a:prstGeom>
        </p:spPr>
        <p:txBody>
          <a:bodyPr wrap="square" lIns="0" rIns="0" anchor="b">
            <a:spAutoFit/>
          </a:bodyPr>
          <a:lstStyle>
            <a:lvl1pPr marL="0" indent="0">
              <a:buNone/>
              <a:defRPr sz="6000" b="0">
                <a:solidFill>
                  <a:schemeClr val="accent5"/>
                </a:solidFill>
                <a:latin typeface="Georgia"/>
                <a:ea typeface="Georgia"/>
                <a:cs typeface="Georgia"/>
              </a:defRPr>
            </a:lvl1pPr>
          </a:lstStyle>
          <a:p>
            <a:pPr lvl="0">
              <a:buNone/>
            </a:pPr>
            <a:r>
              <a:t>XX%</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Light - Data Texture 07 Blank">
    <p:bg>
      <p:bgPr>
        <a:solidFill>
          <a:schemeClr val="bg2"/>
        </a:solidFill>
        <a:effectLst/>
      </p:bgPr>
    </p:bg>
    <p:spTree>
      <p:nvGrpSpPr>
        <p:cNvPr id="1" name=""/>
        <p:cNvGrpSpPr/>
        <p:nvPr/>
      </p:nvGrpSpPr>
      <p:grpSpPr>
        <a:xfrm>
          <a:off x="0" y="0"/>
          <a:ext cx="0" cy="0"/>
          <a:chOff x="0" y="0"/>
          <a:chExt cx="0" cy="0"/>
        </a:xfrm>
      </p:grpSpPr>
      <p:pic>
        <p:nvPicPr>
          <p:cNvPr id="10" name="Data Texture Image"/>
          <p:cNvPicPr>
            <a:picLocks noChangeAspect="1"/>
          </p:cNvPicPr>
          <p:nvPr/>
        </p:nvPicPr>
        <p:blipFill>
          <a:blip r:embed="rId2">
            <a:alphaModFix amt="30000"/>
          </a:blip>
          <a:srcRect/>
          <a:stretch/>
        </p:blipFill>
        <p:spPr>
          <a:xfrm>
            <a:off x="0" y="0"/>
            <a:ext cx="12192000" cy="6858000"/>
          </a:xfrm>
          <a:prstGeom prst="rect">
            <a:avLst/>
          </a:prstGeom>
        </p:spPr>
      </p:pic>
      <p:pic>
        <p:nvPicPr>
          <p:cNvPr id="11" name="OTag"/>
          <p:cNvPicPr>
            <a:picLocks noChangeAspect="1"/>
          </p:cNvPicPr>
          <p:nvPr/>
        </p:nvPicPr>
        <p:blipFill>
          <a:blip r:embed="rId3"/>
          <a:stretch>
            <a:fillRect/>
          </a:stretch>
        </p:blipFill>
        <p:spPr>
          <a:xfrm>
            <a:off x="11183112" y="6355080"/>
            <a:ext cx="502920" cy="502920"/>
          </a:xfrm>
          <a:prstGeom prst="rect">
            <a:avLst/>
          </a:prstGeom>
        </p:spPr>
      </p:pic>
      <p:sp>
        <p:nvSpPr>
          <p:cNvPr id="7" name="Footer">
            <a:extLst>
              <a:ext uri="{FF2B5EF4-FFF2-40B4-BE49-F238E27FC236}">
                <a16:creationId xmlns:a16="http://schemas.microsoft.com/office/drawing/2014/main" id="{40D521AF-2AAC-6C44-B9D5-3CF80BF0A492}"/>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6" name="Slide Number">
            <a:extLst>
              <a:ext uri="{FF2B5EF4-FFF2-40B4-BE49-F238E27FC236}">
                <a16:creationId xmlns:a16="http://schemas.microsoft.com/office/drawing/2014/main" id="{E1B88021-C779-204C-A0C9-6EB6A65EAFED}"/>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Light - Data Texture 16 Blank">
    <p:bg>
      <p:bgPr>
        <a:solidFill>
          <a:schemeClr val="bg2"/>
        </a:solidFill>
        <a:effectLst/>
      </p:bgPr>
    </p:bg>
    <p:spTree>
      <p:nvGrpSpPr>
        <p:cNvPr id="1" name=""/>
        <p:cNvGrpSpPr/>
        <p:nvPr/>
      </p:nvGrpSpPr>
      <p:grpSpPr>
        <a:xfrm>
          <a:off x="0" y="0"/>
          <a:ext cx="0" cy="0"/>
          <a:chOff x="0" y="0"/>
          <a:chExt cx="0" cy="0"/>
        </a:xfrm>
      </p:grpSpPr>
      <p:pic>
        <p:nvPicPr>
          <p:cNvPr id="10" name="Data Texture Image"/>
          <p:cNvPicPr>
            <a:picLocks noChangeAspect="1"/>
          </p:cNvPicPr>
          <p:nvPr/>
        </p:nvPicPr>
        <p:blipFill>
          <a:blip r:embed="rId2">
            <a:alphaModFix amt="30000"/>
          </a:blip>
          <a:srcRect/>
          <a:stretch/>
        </p:blipFill>
        <p:spPr>
          <a:xfrm>
            <a:off x="0" y="0"/>
            <a:ext cx="12192000" cy="6858000"/>
          </a:xfrm>
          <a:prstGeom prst="rect">
            <a:avLst/>
          </a:prstGeom>
        </p:spPr>
      </p:pic>
      <p:pic>
        <p:nvPicPr>
          <p:cNvPr id="11" name="OTag"/>
          <p:cNvPicPr>
            <a:picLocks noChangeAspect="1"/>
          </p:cNvPicPr>
          <p:nvPr/>
        </p:nvPicPr>
        <p:blipFill>
          <a:blip r:embed="rId3"/>
          <a:stretch>
            <a:fillRect/>
          </a:stretch>
        </p:blipFill>
        <p:spPr>
          <a:xfrm>
            <a:off x="11183112" y="6355080"/>
            <a:ext cx="502920" cy="502920"/>
          </a:xfrm>
          <a:prstGeom prst="rect">
            <a:avLst/>
          </a:prstGeom>
        </p:spPr>
      </p:pic>
      <p:sp>
        <p:nvSpPr>
          <p:cNvPr id="7" name="Footer">
            <a:extLst>
              <a:ext uri="{FF2B5EF4-FFF2-40B4-BE49-F238E27FC236}">
                <a16:creationId xmlns:a16="http://schemas.microsoft.com/office/drawing/2014/main" id="{9E80D09C-E526-F74F-B924-9E7FA59B1D90}"/>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6" name="Slide Number">
            <a:extLst>
              <a:ext uri="{FF2B5EF4-FFF2-40B4-BE49-F238E27FC236}">
                <a16:creationId xmlns:a16="http://schemas.microsoft.com/office/drawing/2014/main" id="{26D7B7B3-7683-244B-AF75-22E01FF6A6A8}"/>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Light - Data Texture 19 Blank">
    <p:bg>
      <p:bgPr>
        <a:solidFill>
          <a:schemeClr val="bg2"/>
        </a:solidFill>
        <a:effectLst/>
      </p:bgPr>
    </p:bg>
    <p:spTree>
      <p:nvGrpSpPr>
        <p:cNvPr id="1" name=""/>
        <p:cNvGrpSpPr/>
        <p:nvPr/>
      </p:nvGrpSpPr>
      <p:grpSpPr>
        <a:xfrm>
          <a:off x="0" y="0"/>
          <a:ext cx="0" cy="0"/>
          <a:chOff x="0" y="0"/>
          <a:chExt cx="0" cy="0"/>
        </a:xfrm>
      </p:grpSpPr>
      <p:pic>
        <p:nvPicPr>
          <p:cNvPr id="10" name="Data Texture Image"/>
          <p:cNvPicPr>
            <a:picLocks noChangeAspect="1"/>
          </p:cNvPicPr>
          <p:nvPr/>
        </p:nvPicPr>
        <p:blipFill>
          <a:blip r:embed="rId2">
            <a:alphaModFix amt="30000"/>
          </a:blip>
          <a:srcRect/>
          <a:stretch/>
        </p:blipFill>
        <p:spPr>
          <a:xfrm>
            <a:off x="0" y="0"/>
            <a:ext cx="12192000" cy="6858000"/>
          </a:xfrm>
          <a:prstGeom prst="rect">
            <a:avLst/>
          </a:prstGeom>
        </p:spPr>
      </p:pic>
      <p:pic>
        <p:nvPicPr>
          <p:cNvPr id="11" name="OTag"/>
          <p:cNvPicPr>
            <a:picLocks noChangeAspect="1"/>
          </p:cNvPicPr>
          <p:nvPr/>
        </p:nvPicPr>
        <p:blipFill>
          <a:blip r:embed="rId3"/>
          <a:stretch>
            <a:fillRect/>
          </a:stretch>
        </p:blipFill>
        <p:spPr>
          <a:xfrm>
            <a:off x="11183112" y="6355080"/>
            <a:ext cx="502920" cy="502920"/>
          </a:xfrm>
          <a:prstGeom prst="rect">
            <a:avLst/>
          </a:prstGeom>
        </p:spPr>
      </p:pic>
      <p:sp>
        <p:nvSpPr>
          <p:cNvPr id="7" name="Footer">
            <a:extLst>
              <a:ext uri="{FF2B5EF4-FFF2-40B4-BE49-F238E27FC236}">
                <a16:creationId xmlns:a16="http://schemas.microsoft.com/office/drawing/2014/main" id="{69737CBA-DBE7-D946-ACA4-C0C23ABE22B5}"/>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6" name="Slide Number">
            <a:extLst>
              <a:ext uri="{FF2B5EF4-FFF2-40B4-BE49-F238E27FC236}">
                <a16:creationId xmlns:a16="http://schemas.microsoft.com/office/drawing/2014/main" id="{B0CB1F74-598A-E441-8A53-D04345B0E98E}"/>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Light - Thank You">
    <p:bg>
      <p:bgPr>
        <a:solidFill>
          <a:schemeClr val="bg2"/>
        </a:solidFill>
        <a:effectLst/>
      </p:bgPr>
    </p:bg>
    <p:spTree>
      <p:nvGrpSpPr>
        <p:cNvPr id="1" name=""/>
        <p:cNvGrpSpPr/>
        <p:nvPr/>
      </p:nvGrpSpPr>
      <p:grpSpPr>
        <a:xfrm>
          <a:off x="0" y="0"/>
          <a:ext cx="0" cy="0"/>
          <a:chOff x="0" y="0"/>
          <a:chExt cx="0" cy="0"/>
        </a:xfrm>
      </p:grpSpPr>
      <p:pic>
        <p:nvPicPr>
          <p:cNvPr id="19" name="Abstract Illustration"/>
          <p:cNvPicPr>
            <a:picLocks noChangeAspect="1"/>
          </p:cNvPicPr>
          <p:nvPr/>
        </p:nvPicPr>
        <p:blipFill>
          <a:blip r:embed="rId2"/>
          <a:srcRect/>
          <a:stretch/>
        </p:blipFill>
        <p:spPr>
          <a:xfrm>
            <a:off x="6096000" y="4898"/>
            <a:ext cx="6096000" cy="6858000"/>
          </a:xfrm>
          <a:prstGeom prst="rect">
            <a:avLst/>
          </a:prstGeom>
        </p:spPr>
      </p:pic>
      <p:pic>
        <p:nvPicPr>
          <p:cNvPr id="20" name="OTag"/>
          <p:cNvPicPr>
            <a:picLocks noChangeAspect="1"/>
          </p:cNvPicPr>
          <p:nvPr/>
        </p:nvPicPr>
        <p:blipFill>
          <a:blip r:embed="rId3"/>
          <a:stretch>
            <a:fillRect/>
          </a:stretch>
        </p:blipFill>
        <p:spPr>
          <a:xfrm>
            <a:off x="11183112" y="6355080"/>
            <a:ext cx="502920" cy="502920"/>
          </a:xfrm>
          <a:prstGeom prst="rect">
            <a:avLst/>
          </a:prstGeom>
        </p:spPr>
      </p:pic>
      <p:sp>
        <p:nvSpPr>
          <p:cNvPr id="15" name="Footer">
            <a:extLst>
              <a:ext uri="{FF2B5EF4-FFF2-40B4-BE49-F238E27FC236}">
                <a16:creationId xmlns:a16="http://schemas.microsoft.com/office/drawing/2014/main" id="{AC796A58-6878-0644-885E-17721EE64E2C}"/>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16" name="Slide Number">
            <a:extLst>
              <a:ext uri="{FF2B5EF4-FFF2-40B4-BE49-F238E27FC236}">
                <a16:creationId xmlns:a16="http://schemas.microsoft.com/office/drawing/2014/main" id="{D3FFBA5B-62FF-264E-B8E4-FF1CAC709E11}"/>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10" name="Text Field">
            <a:extLst>
              <a:ext uri="{FF2B5EF4-FFF2-40B4-BE49-F238E27FC236}">
                <a16:creationId xmlns:a16="http://schemas.microsoft.com/office/drawing/2014/main" id="{283762D0-0D31-A347-AD9E-095398CD17C5}"/>
              </a:ext>
            </a:extLst>
          </p:cNvPr>
          <p:cNvSpPr>
            <a:spLocks noGrp="1"/>
          </p:cNvSpPr>
          <p:nvPr>
            <p:ph type="body" idx="36"/>
          </p:nvPr>
        </p:nvSpPr>
        <p:spPr>
          <a:xfrm>
            <a:off x="762000" y="5152453"/>
            <a:ext cx="5029200" cy="895181"/>
          </a:xfrm>
        </p:spPr>
        <p:txBody>
          <a:bodyPr>
            <a:noAutofit/>
          </a:bodyPr>
          <a:lstStyle>
            <a:lvl1pPr>
              <a:buNone/>
              <a:defRPr/>
            </a:lvl1pPr>
          </a:lstStyle>
          <a:p>
            <a:pPr lvl="0">
              <a:buNone/>
            </a:pPr>
            <a:endParaRP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idx="37"/>
          </p:nvPr>
        </p:nvSpPr>
        <p:spPr>
          <a:xfrm>
            <a:off x="762000" y="4814860"/>
            <a:ext cx="5029200" cy="266291"/>
          </a:xfrm>
        </p:spPr>
        <p:txBody>
          <a:bodyPr>
            <a:noAutofit/>
          </a:bodyPr>
          <a:lstStyle>
            <a:lvl1pPr>
              <a:buNone/>
              <a:defRPr b="1"/>
            </a:lvl1pPr>
          </a:lstStyle>
          <a:p>
            <a:pPr lvl="0">
              <a:buNone/>
            </a:pPr>
            <a:endParaRPr/>
          </a:p>
        </p:txBody>
      </p:sp>
      <p:sp>
        <p:nvSpPr>
          <p:cNvPr id="13" name="Accent Mark">
            <a:extLst>
              <a:ext uri="{FF2B5EF4-FFF2-40B4-BE49-F238E27FC236}">
                <a16:creationId xmlns:a16="http://schemas.microsoft.com/office/drawing/2014/main" id="{4DE65E26-28EA-48C7-942F-29BAF775B70F}"/>
              </a:ext>
            </a:extLst>
          </p:cNvPr>
          <p:cNvSpPr>
            <a:spLocks noGrp="1"/>
          </p:cNvSpPr>
          <p:nvPr/>
        </p:nvSpPr>
        <p:spPr>
          <a:xfrm flipH="1">
            <a:off x="768098" y="4561089"/>
            <a:ext cx="320040" cy="0"/>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sp>
      <p:sp>
        <p:nvSpPr>
          <p:cNvPr id="12" name="Thank You">
            <a:extLst>
              <a:ext uri="{FF2B5EF4-FFF2-40B4-BE49-F238E27FC236}">
                <a16:creationId xmlns:a16="http://schemas.microsoft.com/office/drawing/2014/main" id="{1A667D4A-FE6C-2E44-8B9A-7F595154584C}"/>
              </a:ext>
            </a:extLst>
          </p:cNvPr>
          <p:cNvSpPr>
            <a:spLocks noGrp="1"/>
          </p:cNvSpPr>
          <p:nvPr>
            <p:ph type="body" idx="15" hasCustomPrompt="1"/>
          </p:nvPr>
        </p:nvSpPr>
        <p:spPr>
          <a:xfrm>
            <a:off x="762001" y="3814489"/>
            <a:ext cx="5029200" cy="492443"/>
          </a:xfrm>
          <a:prstGeom prst="rect">
            <a:avLst/>
          </a:prstGeom>
        </p:spPr>
        <p:txBody>
          <a:bodyPr lIns="0" anchor="b">
            <a:noAutofit/>
          </a:bodyPr>
          <a:lstStyle>
            <a:lvl1pPr marL="0" indent="0" algn="l">
              <a:lnSpc>
                <a:spcPct val="100000"/>
              </a:lnSpc>
              <a:spcBef>
                <a:spcPts val="0"/>
              </a:spcBef>
              <a:buNone/>
              <a:defRPr sz="3200" b="0" i="0">
                <a:latin typeface="+mj-lt"/>
                <a:ea typeface="+mj-lt"/>
                <a:cs typeface="+mj-lt"/>
              </a:defRPr>
            </a:lvl1pPr>
          </a:lstStyle>
          <a:p>
            <a:pPr lvl="0">
              <a:buNone/>
            </a:pPr>
            <a:r>
              <a:t>Thank you</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Light - Closing Slide">
    <p:bg>
      <p:bgPr>
        <a:solidFill>
          <a:schemeClr val="bg2"/>
        </a:solidFill>
        <a:effectLst/>
      </p:bgPr>
    </p:bg>
    <p:spTree>
      <p:nvGrpSpPr>
        <p:cNvPr id="1" name=""/>
        <p:cNvGrpSpPr/>
        <p:nvPr/>
      </p:nvGrpSpPr>
      <p:grpSpPr>
        <a:xfrm>
          <a:off x="0" y="0"/>
          <a:ext cx="0" cy="0"/>
          <a:chOff x="0" y="0"/>
          <a:chExt cx="0" cy="0"/>
        </a:xfrm>
      </p:grpSpPr>
      <p:pic>
        <p:nvPicPr>
          <p:cNvPr id="3" name="Oracle Logo"/>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47854" y="2915192"/>
            <a:ext cx="4896293" cy="1027617"/>
          </a:xfrm>
          <a:prstGeom prst="rect">
            <a:avLst/>
          </a:prstGeom>
        </p:spPr>
      </p:pic>
      <p:pic>
        <p:nvPicPr>
          <p:cNvPr id="4" name="Abstract Pattern Strip"/>
          <p:cNvPicPr>
            <a:picLocks noChangeAspect="1"/>
          </p:cNvPicPr>
          <p:nvPr/>
        </p:nvPicPr>
        <p:blipFill>
          <a:blip r:embed="rId3"/>
          <a:stretch>
            <a:fillRect/>
          </a:stretch>
        </p:blipFill>
        <p:spPr>
          <a:xfrm>
            <a:off x="0" y="0"/>
            <a:ext cx="12192000" cy="254000"/>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Mission Statement">
    <p:bg>
      <p:bgPr>
        <a:solidFill>
          <a:schemeClr val="bg2"/>
        </a:solidFill>
        <a:effectLst/>
      </p:bgPr>
    </p:bg>
    <p:spTree>
      <p:nvGrpSpPr>
        <p:cNvPr id="1" name=""/>
        <p:cNvGrpSpPr/>
        <p:nvPr/>
      </p:nvGrpSpPr>
      <p:grpSpPr>
        <a:xfrm>
          <a:off x="0" y="0"/>
          <a:ext cx="0" cy="0"/>
          <a:chOff x="0" y="0"/>
          <a:chExt cx="0" cy="0"/>
        </a:xfrm>
      </p:grpSpPr>
      <p:pic>
        <p:nvPicPr>
          <p:cNvPr id="5" name="Illustration"/>
          <p:cNvPicPr>
            <a:picLocks noChangeAspect="1"/>
          </p:cNvPicPr>
          <p:nvPr/>
        </p:nvPicPr>
        <p:blipFill>
          <a:blip r:embed="rId2"/>
          <a:srcRect/>
          <a:stretch/>
        </p:blipFill>
        <p:spPr>
          <a:xfrm>
            <a:off x="0" y="254000"/>
            <a:ext cx="12192000" cy="6604000"/>
          </a:xfrm>
          <a:prstGeom prst="rect">
            <a:avLst/>
          </a:prstGeom>
        </p:spPr>
      </p:pic>
      <p:pic>
        <p:nvPicPr>
          <p:cNvPr id="6" name="Abstract Pattern Strip"/>
          <p:cNvPicPr>
            <a:picLocks noChangeAspect="1"/>
          </p:cNvPicPr>
          <p:nvPr/>
        </p:nvPicPr>
        <p:blipFill>
          <a:blip r:embed="rId3"/>
          <a:stretch>
            <a:fillRect/>
          </a:stretch>
        </p:blipFill>
        <p:spPr>
          <a:xfrm>
            <a:off x="0" y="0"/>
            <a:ext cx="12192000" cy="254000"/>
          </a:xfrm>
          <a:prstGeom prst="rect">
            <a:avLst/>
          </a:prstGeom>
        </p:spPr>
      </p:pic>
      <p:sp>
        <p:nvSpPr>
          <p:cNvPr id="2" name="Rectangle 1">
            <a:extLst>
              <a:ext uri="{FF2B5EF4-FFF2-40B4-BE49-F238E27FC236}">
                <a16:creationId xmlns:a16="http://schemas.microsoft.com/office/drawing/2014/main" id="{4843EDC2-7F43-0041-AEBE-5B17CC2CECBE}"/>
              </a:ext>
            </a:extLst>
          </p:cNvPr>
          <p:cNvSpPr>
            <a:spLocks noGrp="1"/>
          </p:cNvSpPr>
          <p:nvPr/>
        </p:nvSpPr>
        <p:spPr>
          <a:xfrm>
            <a:off x="675018" y="2690336"/>
            <a:ext cx="7857894" cy="1477328"/>
          </a:xfrm>
          <a:prstGeom prst="rect">
            <a:avLst/>
          </a:prstGeom>
        </p:spPr>
        <p:txBody>
          <a:bodyPr wrap="square">
            <a:spAutoFit/>
          </a:bodyPr>
          <a:lstStyle/>
          <a:p>
            <a:r>
              <a:rPr sz="3000">
                <a:solidFill>
                  <a:schemeClr val="bg2"/>
                </a:solidFill>
                <a:latin typeface="+mj-lt"/>
                <a:ea typeface="+mj-lt"/>
                <a:cs typeface="+mj-lt"/>
              </a:rPr>
              <a:t>Our mission is to help people</a:t>
            </a:r>
          </a:p>
          <a:p>
            <a:r>
              <a:rPr sz="3000">
                <a:solidFill>
                  <a:schemeClr val="bg2"/>
                </a:solidFill>
                <a:latin typeface="+mj-lt"/>
                <a:ea typeface="+mj-lt"/>
                <a:cs typeface="+mj-lt"/>
              </a:rPr>
              <a:t>see data in new ways, discover insights,</a:t>
            </a:r>
          </a:p>
          <a:p>
            <a:r>
              <a:rPr sz="3000">
                <a:solidFill>
                  <a:schemeClr val="bg2"/>
                </a:solidFill>
                <a:latin typeface="+mj-lt"/>
                <a:ea typeface="+mj-lt"/>
                <a:cs typeface="+mj-lt"/>
              </a:rPr>
              <a:t>unlock endless possibilities.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70F255-3C2A-4AC7-8935-184146E3B6D6}"/>
              </a:ext>
            </a:extLst>
          </p:cNvPr>
          <p:cNvSpPr>
            <a:spLocks noGrp="1"/>
          </p:cNvSpPr>
          <p:nvPr>
            <p:ph type="title"/>
          </p:nvPr>
        </p:nvSpPr>
        <p:spPr>
          <a:xfrm>
            <a:off x="762000" y="508000"/>
            <a:ext cx="10671048" cy="822960"/>
          </a:xfrm>
          <a:prstGeom prst="rect">
            <a:avLst/>
          </a:prstGeom>
        </p:spPr>
        <p:txBody>
          <a:bodyPr vert="horz" lIns="0" tIns="0" rIns="0" bIns="0" anchor="ctr">
            <a:noAutofit/>
          </a:bodyPr>
          <a:lstStyle/>
          <a:p>
            <a:r>
              <a:t>Headline</a:t>
            </a:r>
          </a:p>
        </p:txBody>
      </p:sp>
      <p:sp>
        <p:nvSpPr>
          <p:cNvPr id="17" name="Slide Number">
            <a:extLst>
              <a:ext uri="{FF2B5EF4-FFF2-40B4-BE49-F238E27FC236}">
                <a16:creationId xmlns:a16="http://schemas.microsoft.com/office/drawing/2014/main" id="{08A3F6CD-49F4-D74B-8C7F-D6CA71EFB13B}"/>
              </a:ext>
            </a:extLst>
          </p:cNvPr>
          <p:cNvSpPr>
            <a:spLocks noGrp="1"/>
          </p:cNvSpPr>
          <p:nvPr>
            <p:ph type="sldNum" idx="4"/>
          </p:nvPr>
        </p:nvSpPr>
        <p:spPr>
          <a:xfrm>
            <a:off x="762000" y="6423660"/>
            <a:ext cx="365760" cy="365760"/>
          </a:xfrm>
          <a:prstGeom prst="rect">
            <a:avLst/>
          </a:prstGeom>
        </p:spPr>
        <p:txBody>
          <a:bodyPr vert="horz" lIns="0" tIns="0" rIns="0" bIns="0" anchor="ctr"/>
          <a:lstStyle>
            <a:lvl1pPr algn="l">
              <a:buNone/>
              <a:defRPr sz="1000">
                <a:solidFill>
                  <a:srgbClr val="8B8580"/>
                </a:solidFill>
              </a:defRPr>
            </a:lvl1pPr>
          </a:lstStyle>
          <a:p>
            <a:fld id="{345D60D9-5372-5F40-9443-0F9AE5BDC3C8}" type="slidenum">
              <a:t>‹#›</a:t>
            </a:fld>
            <a:endParaRPr/>
          </a:p>
        </p:txBody>
      </p:sp>
      <p:sp>
        <p:nvSpPr>
          <p:cNvPr id="18" name="Footer">
            <a:extLst>
              <a:ext uri="{FF2B5EF4-FFF2-40B4-BE49-F238E27FC236}">
                <a16:creationId xmlns:a16="http://schemas.microsoft.com/office/drawing/2014/main" id="{8E003242-6B91-1949-A5CA-15BA57A045C9}"/>
              </a:ext>
            </a:extLst>
          </p:cNvPr>
          <p:cNvSpPr>
            <a:spLocks noGrp="1"/>
          </p:cNvSpPr>
          <p:nvPr>
            <p:ph type="ftr" idx="3"/>
          </p:nvPr>
        </p:nvSpPr>
        <p:spPr>
          <a:xfrm>
            <a:off x="1127759" y="6423978"/>
            <a:ext cx="5745379" cy="365125"/>
          </a:xfrm>
          <a:prstGeom prst="rect">
            <a:avLst/>
          </a:prstGeom>
        </p:spPr>
        <p:txBody>
          <a:bodyPr vert="horz" lIns="0" tIns="0" rIns="0" bIns="0" anchor="ctr"/>
          <a:lstStyle>
            <a:lvl1pPr algn="l">
              <a:buNone/>
              <a:defRPr sz="1000">
                <a:solidFill>
                  <a:srgbClr val="8B8580"/>
                </a:solidFill>
              </a:defRPr>
            </a:lvl1pPr>
          </a:lstStyle>
          <a:p>
            <a:r>
              <a:t>Copyright © 2023, Oracle and/or its affiliates  |  Confidential: Internal/Restricted</a:t>
            </a:r>
          </a:p>
        </p:txBody>
      </p:sp>
      <p:sp>
        <p:nvSpPr>
          <p:cNvPr id="5" name="Text Placeholder 4">
            <a:extLst>
              <a:ext uri="{FF2B5EF4-FFF2-40B4-BE49-F238E27FC236}">
                <a16:creationId xmlns:a16="http://schemas.microsoft.com/office/drawing/2014/main" id="{2F704250-C0B4-A84F-9EB2-31C880A9C2D6}"/>
              </a:ext>
            </a:extLst>
          </p:cNvPr>
          <p:cNvSpPr>
            <a:spLocks noGrp="1"/>
          </p:cNvSpPr>
          <p:nvPr>
            <p:ph type="body" idx="1"/>
          </p:nvPr>
        </p:nvSpPr>
        <p:spPr>
          <a:xfrm>
            <a:off x="758952" y="1837944"/>
            <a:ext cx="10671048" cy="4261104"/>
          </a:xfrm>
          <a:prstGeom prst="rect">
            <a:avLst/>
          </a:prstGeom>
        </p:spPr>
        <p:txBody>
          <a:bodyPr vert="horz" lIns="0" tIns="0" rIns="0" bIns="0">
            <a:noAutofit/>
          </a:bodyPr>
          <a:lstStyle/>
          <a:p>
            <a:pPr lvl="0">
              <a:buNone/>
            </a:pPr>
            <a:r>
              <a:t>Click to edit Master text styles</a:t>
            </a:r>
          </a:p>
          <a:p>
            <a:pPr lvl="1">
              <a:buNone/>
            </a:pPr>
            <a:r>
              <a:t>First indent</a:t>
            </a:r>
          </a:p>
          <a:p>
            <a:pPr lvl="2">
              <a:buNone/>
            </a:pPr>
            <a:r>
              <a:t>Second indent</a:t>
            </a:r>
          </a:p>
          <a:p>
            <a:pPr lvl="3">
              <a:buNone/>
            </a:pPr>
            <a:r>
              <a:t>Third indent</a:t>
            </a:r>
          </a:p>
          <a:p>
            <a:pPr lvl="4">
              <a:buNone/>
            </a:pPr>
            <a:r>
              <a:t>Fourth indent</a:t>
            </a:r>
          </a:p>
          <a:p>
            <a:pPr lvl="5">
              <a:buNone/>
            </a:pPr>
            <a:r>
              <a:t>Fifth indent</a:t>
            </a:r>
          </a:p>
          <a:p>
            <a:pPr lvl="6">
              <a:buNone/>
            </a:pPr>
            <a:r>
              <a:t>Sixth indent</a:t>
            </a:r>
          </a:p>
        </p:txBody>
      </p:sp>
      <p:sp>
        <p:nvSpPr>
          <p:cNvPr id="8" name="Slide Number">
            <a:extLst>
              <a:ext uri="{FF2B5EF4-FFF2-40B4-BE49-F238E27FC236}">
                <a16:creationId xmlns:a16="http://schemas.microsoft.com/office/drawing/2014/main" id="{C174EA89-E19D-6245-A011-4F7EB78FF170}"/>
              </a:ext>
            </a:extLst>
          </p:cNvPr>
          <p:cNvSpPr>
            <a:spLocks noGrp="1"/>
          </p:cNvSpPr>
          <p:nvPr/>
        </p:nvSpPr>
        <p:spPr>
          <a:xfrm>
            <a:off x="762000" y="6057900"/>
            <a:ext cx="234696" cy="365760"/>
          </a:xfrm>
          <a:prstGeom prst="rect">
            <a:avLst/>
          </a:prstGeom>
        </p:spPr>
        <p:txBody>
          <a:bodyPr vert="horz" lIns="0" tIns="0" rIns="0" bIns="0" anchor="ctr"/>
          <a:lstStyle>
            <a:lvl1pPr marL="0" algn="l" defTabSz="914400">
              <a:buNone/>
              <a:defRPr sz="1000" kern="1200">
                <a:solidFill>
                  <a:srgbClr val="8B8580"/>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endParaRPr/>
          </a:p>
        </p:txBody>
      </p:sp>
      <p:sp>
        <p:nvSpPr>
          <p:cNvPr id="6" name="TextBox 5">
            <a:extLst>
              <a:ext uri="{FF2B5EF4-FFF2-40B4-BE49-F238E27FC236}">
                <a16:creationId xmlns:a16="http://schemas.microsoft.com/office/drawing/2014/main" id="{AD13B72B-1D36-E946-4FE7-78A3193EFC47}"/>
              </a:ext>
            </a:extLst>
          </p:cNvPr>
          <p:cNvSpPr txBox="1"/>
          <p:nvPr userDrawn="1">
            <p:extLst>
              <p:ext uri="{1162E1C5-73C7-4A58-AE30-91384D911F3F}">
                <p184:classification xmlns:p184="http://schemas.microsoft.com/office/powerpoint/2018/4/main" val="hdr"/>
              </p:ext>
            </p:extLst>
          </p:nvPr>
        </p:nvSpPr>
        <p:spPr>
          <a:xfrm>
            <a:off x="63500" y="63500"/>
            <a:ext cx="2709863"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Confidential - Oracle Restricted \Employees Only</a:t>
            </a:r>
          </a:p>
        </p:txBody>
      </p:sp>
      <p:sp>
        <p:nvSpPr>
          <p:cNvPr id="7" name="TextBox 6">
            <a:extLst>
              <a:ext uri="{FF2B5EF4-FFF2-40B4-BE49-F238E27FC236}">
                <a16:creationId xmlns:a16="http://schemas.microsoft.com/office/drawing/2014/main" id="{48787587-6036-953E-8D18-D463DCE27D65}"/>
              </a:ext>
            </a:extLst>
          </p:cNvPr>
          <p:cNvSpPr txBox="1"/>
          <p:nvPr userDrawn="1">
            <p:extLst>
              <p:ext uri="{1162E1C5-73C7-4A58-AE30-91384D911F3F}">
                <p184:classification xmlns:p184="http://schemas.microsoft.com/office/powerpoint/2018/4/main" val="ftr"/>
              </p:ext>
            </p:extLst>
          </p:nvPr>
        </p:nvSpPr>
        <p:spPr>
          <a:xfrm>
            <a:off x="63500" y="6642100"/>
            <a:ext cx="2709863"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Confidential - Oracle Restricted \Employees Only</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Lst>
  <p:hf hdr="0" dt="0"/>
  <p:txStyles>
    <p:titleStyle>
      <a:lvl1pPr algn="l" defTabSz="914400">
        <a:lnSpc>
          <a:spcPct val="95000"/>
        </a:lnSpc>
        <a:spcBef>
          <a:spcPct val="0"/>
        </a:spcBef>
        <a:buNone/>
        <a:defRPr sz="4000" kern="1200">
          <a:solidFill>
            <a:schemeClr val="tx1"/>
          </a:solidFill>
          <a:latin typeface="+mj-lt"/>
          <a:ea typeface="+mj-lt"/>
          <a:cs typeface="+mj-lt"/>
        </a:defRPr>
      </a:lvl1pPr>
    </p:titleStyle>
    <p:bodyStyle>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Oracle Sans"/>
          <a:ea typeface="Oracle Sans"/>
          <a:cs typeface="Oracle Sans"/>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Oracle Sans"/>
          <a:ea typeface="Oracle Sans"/>
          <a:cs typeface="Oracle Sans"/>
        </a:defRPr>
      </a:lvl2pPr>
      <a:lvl3pPr marL="731520" marR="0" indent="-182880" algn="l" defTabSz="914400">
        <a:lnSpc>
          <a:spcPct val="95000"/>
        </a:lnSpc>
        <a:spcBef>
          <a:spcPts val="400"/>
        </a:spcBef>
        <a:spcAft>
          <a:spcPts val="0"/>
        </a:spcAft>
        <a:buClrTx/>
        <a:buSzPct val="120000"/>
        <a:buFont typeface="System Font Regular"/>
        <a:buChar char="-"/>
        <a:defRPr sz="1600" kern="1200">
          <a:solidFill>
            <a:schemeClr val="tx1"/>
          </a:solidFill>
          <a:latin typeface="Oracle Sans Light"/>
          <a:ea typeface="Oracle Sans Light"/>
          <a:cs typeface="Oracle Sans Light"/>
        </a:defRPr>
      </a:lvl3pPr>
      <a:lvl4pPr marL="1097280" marR="0" indent="-182880" algn="l" defTabSz="914400">
        <a:lnSpc>
          <a:spcPct val="95000"/>
        </a:lnSpc>
        <a:spcBef>
          <a:spcPts val="400"/>
        </a:spcBef>
        <a:spcAft>
          <a:spcPts val="0"/>
        </a:spcAft>
        <a:buClrTx/>
        <a:buSzPct val="100000"/>
        <a:buFont typeface="System Font Regular"/>
        <a:buChar char="◦"/>
        <a:defRPr sz="1400" kern="1200">
          <a:solidFill>
            <a:schemeClr val="tx1"/>
          </a:solidFill>
          <a:latin typeface="Oracle Sans Light"/>
          <a:ea typeface="Oracle Sans Light"/>
          <a:cs typeface="Oracle Sans Light"/>
        </a:defRPr>
      </a:lvl4pPr>
      <a:lvl5pPr marL="1463040" marR="0" indent="-182880" algn="l" defTabSz="914400">
        <a:lnSpc>
          <a:spcPct val="95000"/>
        </a:lnSpc>
        <a:spcBef>
          <a:spcPts val="400"/>
        </a:spcBef>
        <a:spcAft>
          <a:spcPts val="0"/>
        </a:spcAft>
        <a:buClrTx/>
        <a:buSzTx/>
        <a:buFont typeface="System Font Regular"/>
        <a:buChar char="•"/>
        <a:defRPr sz="1200" kern="1200">
          <a:solidFill>
            <a:schemeClr val="tx1"/>
          </a:solidFill>
          <a:latin typeface="Oracle Sans Light"/>
          <a:ea typeface="Oracle Sans Light"/>
          <a:cs typeface="Oracle Sans Light"/>
        </a:defRPr>
      </a:lvl5pPr>
      <a:lvl6pPr marL="1828800" indent="-182880" algn="l" defTabSz="914400">
        <a:lnSpc>
          <a:spcPct val="95000"/>
        </a:lnSpc>
        <a:spcBef>
          <a:spcPts val="400"/>
        </a:spcBef>
        <a:spcAft>
          <a:spcPts val="0"/>
        </a:spcAft>
        <a:buSzPct val="120000"/>
        <a:buFont typeface="System Font Regular"/>
        <a:buChar char="-"/>
        <a:defRPr sz="1200" b="0" i="0" kern="1200">
          <a:solidFill>
            <a:schemeClr val="tx1"/>
          </a:solidFill>
          <a:latin typeface="Oracle Sans Light"/>
          <a:ea typeface="Oracle Sans Light"/>
          <a:cs typeface="Oracle Sans Light"/>
        </a:defRPr>
      </a:lvl6pPr>
      <a:lvl7pPr marL="2194560" indent="-182880" algn="l" defTabSz="914400">
        <a:lnSpc>
          <a:spcPct val="95000"/>
        </a:lnSpc>
        <a:spcBef>
          <a:spcPts val="400"/>
        </a:spcBef>
        <a:spcAft>
          <a:spcPts val="0"/>
        </a:spcAft>
        <a:buFont typeface="System Font Regular"/>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426" userDrawn="1">
          <p15:clr>
            <a:srgbClr val="F26B43"/>
          </p15:clr>
        </p15:guide>
        <p15:guide id="2" orient="horz" pos="40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DEC4089-20B1-A444-A177-8EC824183F75}"/>
              </a:ext>
            </a:extLst>
          </p:cNvPr>
          <p:cNvSpPr>
            <a:spLocks noGrp="1"/>
          </p:cNvSpPr>
          <p:nvPr>
            <p:ph type="ctrTitle"/>
          </p:nvPr>
        </p:nvSpPr>
        <p:spPr/>
        <p:txBody>
          <a:bodyPr/>
          <a:lstStyle/>
          <a:p>
            <a:pPr algn="ctr">
              <a:buNone/>
            </a:pPr>
            <a:endParaRPr/>
          </a:p>
        </p:txBody>
      </p:sp>
      <p:sp>
        <p:nvSpPr>
          <p:cNvPr id="11" name="template-white-panel">
            <a:extLst>
              <a:ext uri="{FF2B5EF4-FFF2-40B4-BE49-F238E27FC236}">
                <a16:creationId xmlns:a16="http://schemas.microsoft.com/office/drawing/2014/main" id="{5E93C6E4-364B-4439-93D8-030666282473}"/>
              </a:ext>
            </a:extLst>
          </p:cNvPr>
          <p:cNvSpPr>
            <a:spLocks noGrp="1"/>
          </p:cNvSpPr>
          <p:nvPr/>
        </p:nvSpPr>
        <p:spPr>
          <a:xfrm>
            <a:off x="762000" y="581025"/>
            <a:ext cx="10668000" cy="5695950"/>
          </a:xfrm>
          <a:prstGeom prst="rect">
            <a:avLst/>
          </a:prstGeom>
          <a:solidFill>
            <a:srgbClr val="FFFFFF"/>
          </a:solidFill>
          <a:ln w="0">
            <a:noFill/>
          </a:ln>
        </p:spPr>
        <p:txBody>
          <a:bodyPr/>
          <a:lstStyle/>
          <a:p>
            <a:endParaRPr lang="en-US"/>
          </a:p>
        </p:txBody>
      </p:sp>
      <p:pic>
        <p:nvPicPr>
          <p:cNvPr id="19" name="Graphic 18"/>
          <p:cNvPicPr>
            <a:picLocks noChangeAspect="1"/>
          </p:cNvPicPr>
          <p:nvPr/>
        </p:nvPicPr>
        <p:blipFill>
          <a:blip>
            <a:extLst>
              <a:ext uri="{96DAC541-7B7A-43D3-8B79-37D633B846F1}">
                <asvg:svgBlip xmlns:asvg="http://schemas.microsoft.com/office/drawing/2016/SVG/main" r:embed="rId3"/>
              </a:ext>
            </a:extLst>
          </a:blip>
          <a:stretch/>
        </p:blipFill>
        <p:spPr>
          <a:xfrm>
            <a:off x="1000125" y="1076325"/>
            <a:ext cx="1447800" cy="304800"/>
          </a:xfrm>
          <a:prstGeom prst="rect">
            <a:avLst/>
          </a:prstGeom>
        </p:spPr>
      </p:pic>
      <p:sp>
        <p:nvSpPr>
          <p:cNvPr id="13" name="template-orange-rule">
            <a:extLst>
              <a:ext uri="{FF2B5EF4-FFF2-40B4-BE49-F238E27FC236}">
                <a16:creationId xmlns:a16="http://schemas.microsoft.com/office/drawing/2014/main" id="{AD210258-BA11-4206-835C-3949F1ED3565}"/>
              </a:ext>
            </a:extLst>
          </p:cNvPr>
          <p:cNvSpPr>
            <a:spLocks noGrp="1"/>
          </p:cNvSpPr>
          <p:nvPr/>
        </p:nvSpPr>
        <p:spPr>
          <a:xfrm>
            <a:off x="1009650" y="4095750"/>
            <a:ext cx="323850" cy="28575"/>
          </a:xfrm>
          <a:prstGeom prst="rect">
            <a:avLst/>
          </a:prstGeom>
          <a:solidFill>
            <a:srgbClr val="F3B439"/>
          </a:solidFill>
          <a:ln w="0">
            <a:noFill/>
          </a:ln>
        </p:spPr>
        <p:txBody>
          <a:bodyPr/>
          <a:lstStyle/>
          <a:p>
            <a:endParaRPr lang="en-US"/>
          </a:p>
        </p:txBody>
      </p:sp>
      <p:sp>
        <p:nvSpPr>
          <p:cNvPr id="14" name="training-title">
            <a:extLst>
              <a:ext uri="{FF2B5EF4-FFF2-40B4-BE49-F238E27FC236}">
                <a16:creationId xmlns:a16="http://schemas.microsoft.com/office/drawing/2014/main" id="{840A8C24-9AE7-4EA2-9302-9D46C3EDD79D}"/>
              </a:ext>
            </a:extLst>
          </p:cNvPr>
          <p:cNvSpPr>
            <a:spLocks noGrp="1"/>
          </p:cNvSpPr>
          <p:nvPr/>
        </p:nvSpPr>
        <p:spPr>
          <a:xfrm>
            <a:off x="1590675" y="2790825"/>
            <a:ext cx="9239250" cy="809625"/>
          </a:xfrm>
          <a:prstGeom prst="rect">
            <a:avLst/>
          </a:prstGeom>
          <a:noFill/>
          <a:ln w="0">
            <a:noFill/>
          </a:ln>
        </p:spPr>
        <p:txBody>
          <a:bodyPr>
            <a:normAutofit/>
          </a:bodyPr>
          <a:lstStyle/>
          <a:p>
            <a:pPr>
              <a:defRPr sz="3225" b="0">
                <a:solidFill>
                  <a:srgbClr val="2F2A27"/>
                </a:solidFill>
                <a:latin typeface="Georgia"/>
                <a:ea typeface="Georgia"/>
                <a:cs typeface="Georgia"/>
              </a:defRPr>
            </a:pPr>
            <a:r>
              <a:rPr sz="3225" b="0" dirty="0">
                <a:solidFill>
                  <a:srgbClr val="2F2A27"/>
                </a:solidFill>
                <a:latin typeface="Georgia"/>
                <a:ea typeface="Georgia"/>
                <a:cs typeface="Georgia"/>
              </a:rPr>
              <a:t>What this </a:t>
            </a:r>
            <a:r>
              <a:rPr lang="en-US" sz="3225" b="0" dirty="0">
                <a:solidFill>
                  <a:srgbClr val="2F2A27"/>
                </a:solidFill>
                <a:latin typeface="Georgia"/>
                <a:ea typeface="Georgia"/>
                <a:cs typeface="Georgia"/>
              </a:rPr>
              <a:t>Session</a:t>
            </a:r>
            <a:r>
              <a:rPr sz="3225" b="0" dirty="0">
                <a:solidFill>
                  <a:srgbClr val="2F2A27"/>
                </a:solidFill>
                <a:latin typeface="Georgia"/>
                <a:ea typeface="Georgia"/>
                <a:cs typeface="Georgia"/>
              </a:rPr>
              <a:t> is for</a:t>
            </a:r>
          </a:p>
        </p:txBody>
      </p:sp>
      <p:sp>
        <p:nvSpPr>
          <p:cNvPr id="15" name="training-purpose">
            <a:extLst>
              <a:ext uri="{FF2B5EF4-FFF2-40B4-BE49-F238E27FC236}">
                <a16:creationId xmlns:a16="http://schemas.microsoft.com/office/drawing/2014/main" id="{1593AFA7-8B77-4763-978E-682729C09B5C}"/>
              </a:ext>
            </a:extLst>
          </p:cNvPr>
          <p:cNvSpPr>
            <a:spLocks noGrp="1"/>
          </p:cNvSpPr>
          <p:nvPr/>
        </p:nvSpPr>
        <p:spPr>
          <a:xfrm>
            <a:off x="1590675" y="4333875"/>
            <a:ext cx="8858250" cy="619125"/>
          </a:xfrm>
          <a:prstGeom prst="rect">
            <a:avLst/>
          </a:prstGeom>
          <a:noFill/>
          <a:ln w="0">
            <a:noFill/>
          </a:ln>
        </p:spPr>
        <p:txBody>
          <a:bodyPr>
            <a:normAutofit/>
          </a:bodyPr>
          <a:lstStyle/>
          <a:p>
            <a:pPr>
              <a:defRPr sz="1950" b="0">
                <a:solidFill>
                  <a:srgbClr val="2F2A27"/>
                </a:solidFill>
                <a:latin typeface="Georgia"/>
                <a:ea typeface="Georgia"/>
                <a:cs typeface="Georgia"/>
              </a:defRPr>
            </a:pPr>
            <a:r>
              <a:rPr lang="en-IN" sz="1950" dirty="0">
                <a:solidFill>
                  <a:srgbClr val="2F2A27"/>
                </a:solidFill>
                <a:latin typeface="Georgia"/>
              </a:rPr>
              <a:t>Building Modern Frontend Applications with Angular</a:t>
            </a:r>
            <a:endParaRPr sz="1950" b="0" dirty="0">
              <a:solidFill>
                <a:srgbClr val="2F2A27"/>
              </a:solidFill>
              <a:latin typeface="Georgia"/>
              <a:ea typeface="Georgia"/>
              <a:cs typeface="Georgia"/>
            </a:endParaRPr>
          </a:p>
        </p:txBody>
      </p:sp>
      <p:sp>
        <p:nvSpPr>
          <p:cNvPr id="16" name="training-outcome">
            <a:extLst>
              <a:ext uri="{FF2B5EF4-FFF2-40B4-BE49-F238E27FC236}">
                <a16:creationId xmlns:a16="http://schemas.microsoft.com/office/drawing/2014/main" id="{50413950-653C-4436-98E3-52A0E6207A0D}"/>
              </a:ext>
            </a:extLst>
          </p:cNvPr>
          <p:cNvSpPr>
            <a:spLocks noGrp="1"/>
          </p:cNvSpPr>
          <p:nvPr/>
        </p:nvSpPr>
        <p:spPr>
          <a:xfrm>
            <a:off x="1590675" y="5095875"/>
            <a:ext cx="8763000" cy="590550"/>
          </a:xfrm>
          <a:prstGeom prst="rect">
            <a:avLst/>
          </a:prstGeom>
          <a:noFill/>
          <a:ln w="0">
            <a:noFill/>
          </a:ln>
        </p:spPr>
        <p:txBody>
          <a:bodyPr>
            <a:normAutofit/>
          </a:bodyPr>
          <a:lstStyle/>
          <a:p>
            <a:pPr>
              <a:defRPr sz="1425" b="0">
                <a:solidFill>
                  <a:srgbClr val="2F2A27"/>
                </a:solidFill>
                <a:latin typeface="Oracle Sans"/>
                <a:ea typeface="Oracle Sans"/>
                <a:cs typeface="Oracle Sans"/>
              </a:defRPr>
            </a:pPr>
            <a:r>
              <a:rPr sz="1425" b="0" dirty="0">
                <a:solidFill>
                  <a:srgbClr val="2F2A27"/>
                </a:solidFill>
                <a:latin typeface="Oracle Sans"/>
                <a:ea typeface="Oracle Sans"/>
                <a:cs typeface="Oracle Sans"/>
              </a:rPr>
              <a:t>will understand the web stack, choose Angular, and start a working project.</a:t>
            </a:r>
          </a:p>
        </p:txBody>
      </p:sp>
    </p:spTree>
    <p:extLst>
      <p:ext uri="{BB962C8B-B14F-4D97-AF65-F5344CB8AC3E}">
        <p14:creationId xmlns:p14="http://schemas.microsoft.com/office/powerpoint/2010/main" val="4058850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AE4713F-572E-45B3-BF2E-13886E994307}"/>
              </a:ext>
            </a:extLst>
          </p:cNvPr>
          <p:cNvSpPr>
            <a:spLocks noGrp="1"/>
          </p:cNvSpPr>
          <p:nvPr>
            <p:ph type="ftr" idx="3"/>
          </p:nvPr>
        </p:nvSpPr>
        <p:spPr/>
        <p:txBody>
          <a:bodyPr/>
          <a:lstStyle/>
          <a:p>
            <a:r>
              <a:t>Angular application training</a:t>
            </a:r>
          </a:p>
        </p:txBody>
      </p:sp>
      <p:sp>
        <p:nvSpPr>
          <p:cNvPr id="3" name="Slide Number Placeholder 2">
            <a:extLst>
              <a:ext uri="{FF2B5EF4-FFF2-40B4-BE49-F238E27FC236}">
                <a16:creationId xmlns:a16="http://schemas.microsoft.com/office/drawing/2014/main" id="{F865E258-931D-476B-A833-D295A2455DFB}"/>
              </a:ext>
            </a:extLst>
          </p:cNvPr>
          <p:cNvSpPr>
            <a:spLocks noGrp="1"/>
          </p:cNvSpPr>
          <p:nvPr>
            <p:ph type="sldNum" idx="4"/>
          </p:nvPr>
        </p:nvSpPr>
        <p:spPr/>
        <p:txBody>
          <a:bodyPr/>
          <a:lstStyle/>
          <a:p>
            <a:fld id="{E2598689-54C9-18A7-3A19-ED76AA08988F}" type="slidenum">
              <a:rPr/>
              <a:t>2</a:t>
            </a:fld>
            <a:endParaRPr/>
          </a:p>
        </p:txBody>
      </p:sp>
      <p:sp>
        <p:nvSpPr>
          <p:cNvPr id="4" name="Text Placeholder 3">
            <a:extLst>
              <a:ext uri="{FF2B5EF4-FFF2-40B4-BE49-F238E27FC236}">
                <a16:creationId xmlns:a16="http://schemas.microsoft.com/office/drawing/2014/main" id="{62C0DF61-A78F-4BB7-BDBE-C8D7E6EAE153}"/>
              </a:ext>
            </a:extLst>
          </p:cNvPr>
          <p:cNvSpPr>
            <a:spLocks noGrp="1"/>
          </p:cNvSpPr>
          <p:nvPr>
            <p:ph type="body" idx="12"/>
          </p:nvPr>
        </p:nvSpPr>
        <p:spPr/>
        <p:txBody>
          <a:bodyPr/>
          <a:lstStyle/>
          <a:p>
            <a:pPr marL="285750" indent="-285750">
              <a:buFont typeface="Arial"/>
              <a:buChar char="•"/>
            </a:pPr>
            <a:r>
              <a:rPr lang="en-US" dirty="0"/>
              <a:t>I am </a:t>
            </a:r>
            <a:r>
              <a:rPr lang="en-US" b="1" dirty="0"/>
              <a:t>Sanjay Kumar Samantra</a:t>
            </a:r>
          </a:p>
          <a:p>
            <a:pPr marL="285750" indent="-285750">
              <a:buFont typeface="Arial"/>
              <a:buChar char="•"/>
            </a:pPr>
            <a:r>
              <a:rPr lang="en-IN" dirty="0"/>
              <a:t>Lead Full-Stack Developer </a:t>
            </a:r>
          </a:p>
          <a:p>
            <a:pPr marL="285750" indent="-285750">
              <a:buFont typeface="Arial"/>
              <a:buChar char="•"/>
            </a:pPr>
            <a:r>
              <a:rPr lang="en-IN" dirty="0"/>
              <a:t>Building Scalable Web Apps </a:t>
            </a:r>
          </a:p>
          <a:p>
            <a:pPr marL="285750" indent="-285750">
              <a:buFont typeface="Arial"/>
              <a:buChar char="•"/>
            </a:pPr>
            <a:r>
              <a:rPr lang="en-IN" dirty="0"/>
              <a:t>Mentor &amp; Team Lead</a:t>
            </a:r>
          </a:p>
          <a:p>
            <a:pPr marL="285750" indent="-285750">
              <a:buFont typeface="Arial"/>
              <a:buChar char="•"/>
            </a:pPr>
            <a:r>
              <a:rPr lang="en-IN" dirty="0"/>
              <a:t>I specialize in software architecture for web apps, ensuring they are scalable, secure, and reliable</a:t>
            </a:r>
            <a:endParaRPr b="1" dirty="0"/>
          </a:p>
        </p:txBody>
      </p:sp>
      <p:sp>
        <p:nvSpPr>
          <p:cNvPr id="5" name="Title 4">
            <a:extLst>
              <a:ext uri="{FF2B5EF4-FFF2-40B4-BE49-F238E27FC236}">
                <a16:creationId xmlns:a16="http://schemas.microsoft.com/office/drawing/2014/main" id="{0D1411AD-BAE0-4BCD-B9EB-FB9AA001BD59}"/>
              </a:ext>
            </a:extLst>
          </p:cNvPr>
          <p:cNvSpPr>
            <a:spLocks noGrp="1"/>
          </p:cNvSpPr>
          <p:nvPr>
            <p:ph type="title"/>
          </p:nvPr>
        </p:nvSpPr>
        <p:spPr/>
        <p:txBody>
          <a:bodyPr/>
          <a:lstStyle/>
          <a:p>
            <a:r>
              <a:rPr dirty="0"/>
              <a:t>Introduction</a:t>
            </a:r>
          </a:p>
        </p:txBody>
      </p:sp>
    </p:spTree>
    <p:extLst>
      <p:ext uri="{BB962C8B-B14F-4D97-AF65-F5344CB8AC3E}">
        <p14:creationId xmlns:p14="http://schemas.microsoft.com/office/powerpoint/2010/main" val="12461745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AE4713F-572E-45B3-BF2E-13886E994307}"/>
              </a:ext>
            </a:extLst>
          </p:cNvPr>
          <p:cNvSpPr>
            <a:spLocks noGrp="1"/>
          </p:cNvSpPr>
          <p:nvPr>
            <p:ph type="ftr" idx="3"/>
          </p:nvPr>
        </p:nvSpPr>
        <p:spPr/>
        <p:txBody>
          <a:bodyPr/>
          <a:lstStyle/>
          <a:p>
            <a:r>
              <a:t>Angular application training</a:t>
            </a:r>
          </a:p>
        </p:txBody>
      </p:sp>
      <p:sp>
        <p:nvSpPr>
          <p:cNvPr id="3" name="Slide Number Placeholder 2">
            <a:extLst>
              <a:ext uri="{FF2B5EF4-FFF2-40B4-BE49-F238E27FC236}">
                <a16:creationId xmlns:a16="http://schemas.microsoft.com/office/drawing/2014/main" id="{F865E258-931D-476B-A833-D295A2455DFB}"/>
              </a:ext>
            </a:extLst>
          </p:cNvPr>
          <p:cNvSpPr>
            <a:spLocks noGrp="1"/>
          </p:cNvSpPr>
          <p:nvPr>
            <p:ph type="sldNum" idx="4"/>
          </p:nvPr>
        </p:nvSpPr>
        <p:spPr/>
        <p:txBody>
          <a:bodyPr/>
          <a:lstStyle/>
          <a:p>
            <a:fld id="{202359C0-8A7A-196E-DD58-8E6569619F09}" type="slidenum">
              <a:rPr/>
              <a:t>3</a:t>
            </a:fld>
            <a:endParaRPr/>
          </a:p>
        </p:txBody>
      </p:sp>
      <p:sp>
        <p:nvSpPr>
          <p:cNvPr id="5" name="Title 4">
            <a:extLst>
              <a:ext uri="{FF2B5EF4-FFF2-40B4-BE49-F238E27FC236}">
                <a16:creationId xmlns:a16="http://schemas.microsoft.com/office/drawing/2014/main" id="{0D1411AD-BAE0-4BCD-B9EB-FB9AA001BD59}"/>
              </a:ext>
            </a:extLst>
          </p:cNvPr>
          <p:cNvSpPr>
            <a:spLocks noGrp="1"/>
          </p:cNvSpPr>
          <p:nvPr>
            <p:ph type="title"/>
          </p:nvPr>
        </p:nvSpPr>
        <p:spPr/>
        <p:txBody>
          <a:bodyPr/>
          <a:lstStyle/>
          <a:p>
            <a:r>
              <a:t>Web development stack</a:t>
            </a:r>
          </a:p>
        </p:txBody>
      </p:sp>
      <p:pic>
        <p:nvPicPr>
          <p:cNvPr id="7" name="Picture 6">
            <a:extLst>
              <a:ext uri="{FF2B5EF4-FFF2-40B4-BE49-F238E27FC236}">
                <a16:creationId xmlns:a16="http://schemas.microsoft.com/office/drawing/2014/main" id="{213D7490-BF99-34D8-171E-53ABC6E583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385" y="1330959"/>
            <a:ext cx="11552664" cy="5092383"/>
          </a:xfrm>
          <a:prstGeom prst="rect">
            <a:avLst/>
          </a:prstGeom>
        </p:spPr>
      </p:pic>
    </p:spTree>
    <p:extLst>
      <p:ext uri="{BB962C8B-B14F-4D97-AF65-F5344CB8AC3E}">
        <p14:creationId xmlns:p14="http://schemas.microsoft.com/office/powerpoint/2010/main" val="1246174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AE4713F-572E-45B3-BF2E-13886E994307}"/>
              </a:ext>
            </a:extLst>
          </p:cNvPr>
          <p:cNvSpPr>
            <a:spLocks noGrp="1"/>
          </p:cNvSpPr>
          <p:nvPr>
            <p:ph type="ftr" idx="3"/>
          </p:nvPr>
        </p:nvSpPr>
        <p:spPr/>
        <p:txBody>
          <a:bodyPr/>
          <a:lstStyle/>
          <a:p>
            <a:r>
              <a:t>Angular application training</a:t>
            </a:r>
          </a:p>
        </p:txBody>
      </p:sp>
      <p:sp>
        <p:nvSpPr>
          <p:cNvPr id="3" name="Slide Number Placeholder 2">
            <a:extLst>
              <a:ext uri="{FF2B5EF4-FFF2-40B4-BE49-F238E27FC236}">
                <a16:creationId xmlns:a16="http://schemas.microsoft.com/office/drawing/2014/main" id="{F865E258-931D-476B-A833-D295A2455DFB}"/>
              </a:ext>
            </a:extLst>
          </p:cNvPr>
          <p:cNvSpPr>
            <a:spLocks noGrp="1"/>
          </p:cNvSpPr>
          <p:nvPr>
            <p:ph type="sldNum" idx="4"/>
          </p:nvPr>
        </p:nvSpPr>
        <p:spPr/>
        <p:txBody>
          <a:bodyPr/>
          <a:lstStyle/>
          <a:p>
            <a:fld id="{EFD6AB9A-5F9E-5F59-51AB-3C8734130965}" type="slidenum">
              <a:rPr/>
              <a:t>4</a:t>
            </a:fld>
            <a:endParaRPr/>
          </a:p>
        </p:txBody>
      </p:sp>
      <p:sp>
        <p:nvSpPr>
          <p:cNvPr id="5" name="Title 4">
            <a:extLst>
              <a:ext uri="{FF2B5EF4-FFF2-40B4-BE49-F238E27FC236}">
                <a16:creationId xmlns:a16="http://schemas.microsoft.com/office/drawing/2014/main" id="{0D1411AD-BAE0-4BCD-B9EB-FB9AA001BD59}"/>
              </a:ext>
            </a:extLst>
          </p:cNvPr>
          <p:cNvSpPr>
            <a:spLocks noGrp="1"/>
          </p:cNvSpPr>
          <p:nvPr>
            <p:ph type="title"/>
          </p:nvPr>
        </p:nvSpPr>
        <p:spPr/>
        <p:txBody>
          <a:bodyPr/>
          <a:lstStyle/>
          <a:p>
            <a:r>
              <a:rPr lang="en-IN" dirty="0"/>
              <a:t>From HTML to Angular: Frontend Stack</a:t>
            </a:r>
            <a:endParaRPr dirty="0"/>
          </a:p>
        </p:txBody>
      </p:sp>
      <p:graphicFrame>
        <p:nvGraphicFramePr>
          <p:cNvPr id="6" name="Table 5">
            <a:extLst>
              <a:ext uri="{FF2B5EF4-FFF2-40B4-BE49-F238E27FC236}">
                <a16:creationId xmlns:a16="http://schemas.microsoft.com/office/drawing/2014/main" id="{B339D659-2287-4CD8-3AB2-72CAB5062509}"/>
              </a:ext>
            </a:extLst>
          </p:cNvPr>
          <p:cNvGraphicFramePr>
            <a:graphicFrameLocks noGrp="1"/>
          </p:cNvGraphicFramePr>
          <p:nvPr>
            <p:extLst>
              <p:ext uri="{D42A27DB-BD31-4B8C-83A1-F6EECF244321}">
                <p14:modId xmlns:p14="http://schemas.microsoft.com/office/powerpoint/2010/main" val="3937994655"/>
              </p:ext>
            </p:extLst>
          </p:nvPr>
        </p:nvGraphicFramePr>
        <p:xfrm>
          <a:off x="762000" y="1838325"/>
          <a:ext cx="10207384" cy="4260851"/>
        </p:xfrm>
        <a:graphic>
          <a:graphicData uri="http://schemas.openxmlformats.org/drawingml/2006/table">
            <a:tbl>
              <a:tblPr>
                <a:tableStyleId>{5C22544A-7EE6-4342-B048-85BDC9FD1C3A}</a:tableStyleId>
              </a:tblPr>
              <a:tblGrid>
                <a:gridCol w="5103692">
                  <a:extLst>
                    <a:ext uri="{9D8B030D-6E8A-4147-A177-3AD203B41FA5}">
                      <a16:colId xmlns:a16="http://schemas.microsoft.com/office/drawing/2014/main" val="1661820266"/>
                    </a:ext>
                  </a:extLst>
                </a:gridCol>
                <a:gridCol w="5103692">
                  <a:extLst>
                    <a:ext uri="{9D8B030D-6E8A-4147-A177-3AD203B41FA5}">
                      <a16:colId xmlns:a16="http://schemas.microsoft.com/office/drawing/2014/main" val="4285643036"/>
                    </a:ext>
                  </a:extLst>
                </a:gridCol>
              </a:tblGrid>
              <a:tr h="334184">
                <a:tc>
                  <a:txBody>
                    <a:bodyPr/>
                    <a:lstStyle/>
                    <a:p>
                      <a:pPr>
                        <a:buNone/>
                      </a:pPr>
                      <a:r>
                        <a:rPr lang="en-IN" sz="1600"/>
                        <a:t>Technology</a:t>
                      </a:r>
                    </a:p>
                  </a:txBody>
                  <a:tcPr marL="83546" marR="83546" marT="41773" marB="41773" anchor="ctr"/>
                </a:tc>
                <a:tc>
                  <a:txBody>
                    <a:bodyPr/>
                    <a:lstStyle/>
                    <a:p>
                      <a:pPr>
                        <a:buNone/>
                      </a:pPr>
                      <a:r>
                        <a:rPr lang="en-IN" sz="1600"/>
                        <a:t>Why it matters</a:t>
                      </a:r>
                    </a:p>
                  </a:txBody>
                  <a:tcPr marL="83546" marR="83546" marT="41773" marB="41773" anchor="ctr"/>
                </a:tc>
                <a:extLst>
                  <a:ext uri="{0D108BD9-81ED-4DB2-BD59-A6C34878D82A}">
                    <a16:rowId xmlns:a16="http://schemas.microsoft.com/office/drawing/2014/main" val="2105276973"/>
                  </a:ext>
                </a:extLst>
              </a:tr>
              <a:tr h="584823">
                <a:tc>
                  <a:txBody>
                    <a:bodyPr/>
                    <a:lstStyle/>
                    <a:p>
                      <a:pPr>
                        <a:buNone/>
                      </a:pPr>
                      <a:r>
                        <a:rPr lang="en-IN" sz="1600"/>
                        <a:t>HTML</a:t>
                      </a:r>
                    </a:p>
                  </a:txBody>
                  <a:tcPr marL="83546" marR="83546" marT="41773" marB="41773" anchor="ctr"/>
                </a:tc>
                <a:tc>
                  <a:txBody>
                    <a:bodyPr/>
                    <a:lstStyle/>
                    <a:p>
                      <a:pPr>
                        <a:buNone/>
                      </a:pPr>
                      <a:r>
                        <a:rPr lang="en-IN" sz="1600"/>
                        <a:t>Creates the structure of a web page: headings, forms, buttons, images, tables, etc.</a:t>
                      </a:r>
                    </a:p>
                  </a:txBody>
                  <a:tcPr marL="83546" marR="83546" marT="41773" marB="41773" anchor="ctr"/>
                </a:tc>
                <a:extLst>
                  <a:ext uri="{0D108BD9-81ED-4DB2-BD59-A6C34878D82A}">
                    <a16:rowId xmlns:a16="http://schemas.microsoft.com/office/drawing/2014/main" val="868487025"/>
                  </a:ext>
                </a:extLst>
              </a:tr>
              <a:tr h="584823">
                <a:tc>
                  <a:txBody>
                    <a:bodyPr/>
                    <a:lstStyle/>
                    <a:p>
                      <a:pPr>
                        <a:buNone/>
                      </a:pPr>
                      <a:r>
                        <a:rPr lang="en-IN" sz="1600"/>
                        <a:t>CSS</a:t>
                      </a:r>
                    </a:p>
                  </a:txBody>
                  <a:tcPr marL="83546" marR="83546" marT="41773" marB="41773" anchor="ctr"/>
                </a:tc>
                <a:tc>
                  <a:txBody>
                    <a:bodyPr/>
                    <a:lstStyle/>
                    <a:p>
                      <a:pPr>
                        <a:buNone/>
                      </a:pPr>
                      <a:r>
                        <a:rPr lang="en-IN" sz="1600"/>
                        <a:t>Controls the appearance: colors, spacing, layout, responsive design, and animations.</a:t>
                      </a:r>
                    </a:p>
                  </a:txBody>
                  <a:tcPr marL="83546" marR="83546" marT="41773" marB="41773" anchor="ctr"/>
                </a:tc>
                <a:extLst>
                  <a:ext uri="{0D108BD9-81ED-4DB2-BD59-A6C34878D82A}">
                    <a16:rowId xmlns:a16="http://schemas.microsoft.com/office/drawing/2014/main" val="318810013"/>
                  </a:ext>
                </a:extLst>
              </a:tr>
              <a:tr h="835461">
                <a:tc>
                  <a:txBody>
                    <a:bodyPr/>
                    <a:lstStyle/>
                    <a:p>
                      <a:pPr>
                        <a:buNone/>
                      </a:pPr>
                      <a:r>
                        <a:rPr lang="en-IN" sz="1600"/>
                        <a:t>Bootstrap</a:t>
                      </a:r>
                    </a:p>
                  </a:txBody>
                  <a:tcPr marL="83546" marR="83546" marT="41773" marB="41773" anchor="ctr"/>
                </a:tc>
                <a:tc>
                  <a:txBody>
                    <a:bodyPr/>
                    <a:lstStyle/>
                    <a:p>
                      <a:pPr>
                        <a:buNone/>
                      </a:pPr>
                      <a:r>
                        <a:rPr lang="en-IN" sz="1600" dirty="0"/>
                        <a:t>A CSS framework that provides ready-made responsive components such as navbars, cards, grids, and modals—helpful for building UIs faster.</a:t>
                      </a:r>
                    </a:p>
                  </a:txBody>
                  <a:tcPr marL="83546" marR="83546" marT="41773" marB="41773" anchor="ctr"/>
                </a:tc>
                <a:extLst>
                  <a:ext uri="{0D108BD9-81ED-4DB2-BD59-A6C34878D82A}">
                    <a16:rowId xmlns:a16="http://schemas.microsoft.com/office/drawing/2014/main" val="1946391735"/>
                  </a:ext>
                </a:extLst>
              </a:tr>
              <a:tr h="835461">
                <a:tc>
                  <a:txBody>
                    <a:bodyPr/>
                    <a:lstStyle/>
                    <a:p>
                      <a:pPr>
                        <a:buNone/>
                      </a:pPr>
                      <a:r>
                        <a:rPr lang="en-IN" sz="1600"/>
                        <a:t>JavaScript</a:t>
                      </a:r>
                    </a:p>
                  </a:txBody>
                  <a:tcPr marL="83546" marR="83546" marT="41773" marB="41773" anchor="ctr"/>
                </a:tc>
                <a:tc>
                  <a:txBody>
                    <a:bodyPr/>
                    <a:lstStyle/>
                    <a:p>
                      <a:pPr>
                        <a:buNone/>
                      </a:pPr>
                      <a:r>
                        <a:rPr lang="en-IN" sz="1600"/>
                        <a:t>Makes pages interactive: button clicks, form validation, API calls, dynamic content, and application logic.</a:t>
                      </a:r>
                    </a:p>
                  </a:txBody>
                  <a:tcPr marL="83546" marR="83546" marT="41773" marB="41773" anchor="ctr"/>
                </a:tc>
                <a:extLst>
                  <a:ext uri="{0D108BD9-81ED-4DB2-BD59-A6C34878D82A}">
                    <a16:rowId xmlns:a16="http://schemas.microsoft.com/office/drawing/2014/main" val="1950086081"/>
                  </a:ext>
                </a:extLst>
              </a:tr>
              <a:tr h="1086099">
                <a:tc>
                  <a:txBody>
                    <a:bodyPr/>
                    <a:lstStyle/>
                    <a:p>
                      <a:pPr>
                        <a:buNone/>
                      </a:pPr>
                      <a:r>
                        <a:rPr lang="en-IN" sz="1600"/>
                        <a:t>Angular</a:t>
                      </a:r>
                    </a:p>
                  </a:txBody>
                  <a:tcPr marL="83546" marR="83546" marT="41773" marB="41773" anchor="ctr"/>
                </a:tc>
                <a:tc>
                  <a:txBody>
                    <a:bodyPr/>
                    <a:lstStyle/>
                    <a:p>
                      <a:pPr>
                        <a:buNone/>
                      </a:pPr>
                      <a:r>
                        <a:rPr lang="en-IN" sz="1600" dirty="0"/>
                        <a:t>A complete frontend framework built with TypeScript/JavaScript for creating large, maintainable single-page applications using components, routing, forms, services, and APIs.</a:t>
                      </a:r>
                    </a:p>
                  </a:txBody>
                  <a:tcPr marL="83546" marR="83546" marT="41773" marB="41773" anchor="ctr"/>
                </a:tc>
                <a:extLst>
                  <a:ext uri="{0D108BD9-81ED-4DB2-BD59-A6C34878D82A}">
                    <a16:rowId xmlns:a16="http://schemas.microsoft.com/office/drawing/2014/main" val="765447564"/>
                  </a:ext>
                </a:extLst>
              </a:tr>
            </a:tbl>
          </a:graphicData>
        </a:graphic>
      </p:graphicFrame>
    </p:spTree>
    <p:extLst>
      <p:ext uri="{BB962C8B-B14F-4D97-AF65-F5344CB8AC3E}">
        <p14:creationId xmlns:p14="http://schemas.microsoft.com/office/powerpoint/2010/main" val="1246174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E3C6B3F-D5F9-0A26-01E5-27AD88FA14FF}"/>
              </a:ext>
            </a:extLst>
          </p:cNvPr>
          <p:cNvSpPr>
            <a:spLocks noGrp="1"/>
          </p:cNvSpPr>
          <p:nvPr>
            <p:ph type="ftr" idx="3"/>
          </p:nvPr>
        </p:nvSpPr>
        <p:spPr/>
        <p:txBody>
          <a:bodyPr/>
          <a:lstStyle/>
          <a:p>
            <a:r>
              <a:rPr lang="en-IN"/>
              <a:t>Copyright © 2023, Oracle and/or its affiliates  |  Confidential: Internal/Restricted</a:t>
            </a:r>
          </a:p>
        </p:txBody>
      </p:sp>
      <p:sp>
        <p:nvSpPr>
          <p:cNvPr id="3" name="Slide Number Placeholder 2">
            <a:extLst>
              <a:ext uri="{FF2B5EF4-FFF2-40B4-BE49-F238E27FC236}">
                <a16:creationId xmlns:a16="http://schemas.microsoft.com/office/drawing/2014/main" id="{22370711-C984-5B27-9840-5CA2BBCBD7A5}"/>
              </a:ext>
            </a:extLst>
          </p:cNvPr>
          <p:cNvSpPr>
            <a:spLocks noGrp="1"/>
          </p:cNvSpPr>
          <p:nvPr>
            <p:ph type="sldNum" idx="4"/>
          </p:nvPr>
        </p:nvSpPr>
        <p:spPr/>
        <p:txBody>
          <a:bodyPr/>
          <a:lstStyle/>
          <a:p>
            <a:fld id="{345D60D9-5372-5F40-9443-0F9AE5BDC3C8}" type="slidenum">
              <a:rPr lang="en-IN" smtClean="0"/>
              <a:t>5</a:t>
            </a:fld>
            <a:endParaRPr lang="en-IN"/>
          </a:p>
        </p:txBody>
      </p:sp>
      <p:sp>
        <p:nvSpPr>
          <p:cNvPr id="4" name="Text Placeholder 3">
            <a:extLst>
              <a:ext uri="{FF2B5EF4-FFF2-40B4-BE49-F238E27FC236}">
                <a16:creationId xmlns:a16="http://schemas.microsoft.com/office/drawing/2014/main" id="{50386D75-F3E2-4828-D44B-4FE972F9BE8F}"/>
              </a:ext>
            </a:extLst>
          </p:cNvPr>
          <p:cNvSpPr>
            <a:spLocks noGrp="1"/>
          </p:cNvSpPr>
          <p:nvPr>
            <p:ph type="body" idx="12"/>
          </p:nvPr>
        </p:nvSpPr>
        <p:spPr>
          <a:xfrm>
            <a:off x="762000" y="1746599"/>
            <a:ext cx="10671048" cy="4261104"/>
          </a:xfrm>
        </p:spPr>
        <p:txBody>
          <a:bodyPr/>
          <a:lstStyle/>
          <a:p>
            <a:pPr marL="285750" indent="-285750">
              <a:buFont typeface="Arial" panose="020B0604020202020204" pitchFamily="34" charset="0"/>
              <a:buChar char="•"/>
            </a:pPr>
            <a:r>
              <a:rPr lang="en-IN" dirty="0"/>
              <a:t>Build a </a:t>
            </a:r>
            <a:r>
              <a:rPr lang="en-IN" b="1" dirty="0"/>
              <a:t>large, structured, maintainable web application</a:t>
            </a:r>
            <a:r>
              <a:rPr lang="en-IN" dirty="0"/>
              <a:t>.</a:t>
            </a:r>
          </a:p>
          <a:p>
            <a:pPr marL="285750" indent="-285750">
              <a:buFont typeface="Arial" panose="020B0604020202020204" pitchFamily="34" charset="0"/>
              <a:buChar char="•"/>
            </a:pPr>
            <a:r>
              <a:rPr lang="en-IN" dirty="0"/>
              <a:t>Provides  developers a complete framework instead of manually combining many separate tools</a:t>
            </a:r>
          </a:p>
          <a:p>
            <a:endParaRPr lang="en-IN" dirty="0"/>
          </a:p>
          <a:p>
            <a:pPr lvl="0">
              <a:lnSpc>
                <a:spcPct val="150000"/>
              </a:lnSpc>
            </a:pPr>
            <a:r>
              <a:rPr lang="en-IN" b="1" dirty="0"/>
              <a:t>Components</a:t>
            </a:r>
            <a:r>
              <a:rPr lang="en-IN" dirty="0"/>
              <a:t> — split the UI into reusable parts, such as Header, Login, Dashboard, or Product Card.</a:t>
            </a:r>
          </a:p>
          <a:p>
            <a:pPr lvl="0">
              <a:lnSpc>
                <a:spcPct val="150000"/>
              </a:lnSpc>
            </a:pPr>
            <a:r>
              <a:rPr lang="en-IN" b="1" dirty="0"/>
              <a:t>Routing</a:t>
            </a:r>
            <a:r>
              <a:rPr lang="en-IN" dirty="0"/>
              <a:t> — move between pages without reloading the browser.</a:t>
            </a:r>
          </a:p>
          <a:p>
            <a:pPr lvl="0">
              <a:lnSpc>
                <a:spcPct val="150000"/>
              </a:lnSpc>
            </a:pPr>
            <a:r>
              <a:rPr lang="en-IN" b="1" dirty="0"/>
              <a:t>Forms and validation</a:t>
            </a:r>
            <a:r>
              <a:rPr lang="en-IN" dirty="0"/>
              <a:t> — build login, registration, and data-entry forms reliably.</a:t>
            </a:r>
          </a:p>
          <a:p>
            <a:pPr lvl="0">
              <a:lnSpc>
                <a:spcPct val="150000"/>
              </a:lnSpc>
            </a:pPr>
            <a:r>
              <a:rPr lang="en-IN" b="1" dirty="0"/>
              <a:t>Services and dependency injection</a:t>
            </a:r>
            <a:r>
              <a:rPr lang="en-IN" dirty="0"/>
              <a:t> — organize API calls and shared business logic cleanly.</a:t>
            </a:r>
          </a:p>
          <a:p>
            <a:pPr lvl="0">
              <a:lnSpc>
                <a:spcPct val="150000"/>
              </a:lnSpc>
            </a:pPr>
            <a:r>
              <a:rPr lang="en-IN" b="1" dirty="0"/>
              <a:t>Two-way data binding</a:t>
            </a:r>
            <a:r>
              <a:rPr lang="en-IN" dirty="0"/>
              <a:t> — keep UI inputs and application data in sync.</a:t>
            </a:r>
          </a:p>
          <a:p>
            <a:pPr lvl="0">
              <a:lnSpc>
                <a:spcPct val="150000"/>
              </a:lnSpc>
            </a:pPr>
            <a:r>
              <a:rPr lang="en-IN" b="1" dirty="0"/>
              <a:t>TypeScript</a:t>
            </a:r>
            <a:r>
              <a:rPr lang="en-IN" dirty="0"/>
              <a:t> — catches many errors early and makes large projects easier to maintain.</a:t>
            </a:r>
          </a:p>
          <a:p>
            <a:pPr lvl="0">
              <a:lnSpc>
                <a:spcPct val="150000"/>
              </a:lnSpc>
            </a:pPr>
            <a:r>
              <a:rPr lang="en-IN" b="1" dirty="0"/>
              <a:t>Built-in structure</a:t>
            </a:r>
            <a:r>
              <a:rPr lang="en-IN" dirty="0"/>
              <a:t> — especially useful when multiple developers work on the same application.</a:t>
            </a:r>
          </a:p>
          <a:p>
            <a:endParaRPr lang="en-US" dirty="0"/>
          </a:p>
        </p:txBody>
      </p:sp>
      <p:sp>
        <p:nvSpPr>
          <p:cNvPr id="5" name="Title 4">
            <a:extLst>
              <a:ext uri="{FF2B5EF4-FFF2-40B4-BE49-F238E27FC236}">
                <a16:creationId xmlns:a16="http://schemas.microsoft.com/office/drawing/2014/main" id="{64FA6F84-1C91-A59B-8BF0-F2DAE90587FE}"/>
              </a:ext>
            </a:extLst>
          </p:cNvPr>
          <p:cNvSpPr>
            <a:spLocks noGrp="1"/>
          </p:cNvSpPr>
          <p:nvPr>
            <p:ph type="title"/>
          </p:nvPr>
        </p:nvSpPr>
        <p:spPr/>
        <p:txBody>
          <a:bodyPr/>
          <a:lstStyle/>
          <a:p>
            <a:r>
              <a:rPr lang="en-US" dirty="0"/>
              <a:t>Why Angular?</a:t>
            </a:r>
          </a:p>
        </p:txBody>
      </p:sp>
    </p:spTree>
    <p:extLst>
      <p:ext uri="{BB962C8B-B14F-4D97-AF65-F5344CB8AC3E}">
        <p14:creationId xmlns:p14="http://schemas.microsoft.com/office/powerpoint/2010/main" val="1064318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AE4713F-572E-45B3-BF2E-13886E994307}"/>
              </a:ext>
            </a:extLst>
          </p:cNvPr>
          <p:cNvSpPr>
            <a:spLocks noGrp="1"/>
          </p:cNvSpPr>
          <p:nvPr>
            <p:ph type="ftr" idx="3"/>
          </p:nvPr>
        </p:nvSpPr>
        <p:spPr/>
        <p:txBody>
          <a:bodyPr/>
          <a:lstStyle/>
          <a:p>
            <a:r>
              <a:t>Angular application training</a:t>
            </a:r>
          </a:p>
        </p:txBody>
      </p:sp>
      <p:sp>
        <p:nvSpPr>
          <p:cNvPr id="3" name="Slide Number Placeholder 2">
            <a:extLst>
              <a:ext uri="{FF2B5EF4-FFF2-40B4-BE49-F238E27FC236}">
                <a16:creationId xmlns:a16="http://schemas.microsoft.com/office/drawing/2014/main" id="{F865E258-931D-476B-A833-D295A2455DFB}"/>
              </a:ext>
            </a:extLst>
          </p:cNvPr>
          <p:cNvSpPr>
            <a:spLocks noGrp="1"/>
          </p:cNvSpPr>
          <p:nvPr>
            <p:ph type="sldNum" idx="4"/>
          </p:nvPr>
        </p:nvSpPr>
        <p:spPr/>
        <p:txBody>
          <a:bodyPr/>
          <a:lstStyle/>
          <a:p>
            <a:fld id="{EE5B3003-2C54-13C6-9832-7637201064DE}" type="slidenum">
              <a:rPr/>
              <a:t>6</a:t>
            </a:fld>
            <a:endParaRPr/>
          </a:p>
        </p:txBody>
      </p:sp>
      <p:sp>
        <p:nvSpPr>
          <p:cNvPr id="5" name="Title 4">
            <a:extLst>
              <a:ext uri="{FF2B5EF4-FFF2-40B4-BE49-F238E27FC236}">
                <a16:creationId xmlns:a16="http://schemas.microsoft.com/office/drawing/2014/main" id="{0D1411AD-BAE0-4BCD-B9EB-FB9AA001BD59}"/>
              </a:ext>
            </a:extLst>
          </p:cNvPr>
          <p:cNvSpPr>
            <a:spLocks noGrp="1"/>
          </p:cNvSpPr>
          <p:nvPr>
            <p:ph type="title"/>
          </p:nvPr>
        </p:nvSpPr>
        <p:spPr/>
        <p:txBody>
          <a:bodyPr/>
          <a:lstStyle/>
          <a:p>
            <a:r>
              <a:rPr dirty="0"/>
              <a:t>Angular vs React</a:t>
            </a:r>
          </a:p>
        </p:txBody>
      </p:sp>
      <p:graphicFrame>
        <p:nvGraphicFramePr>
          <p:cNvPr id="6" name="Table 5">
            <a:extLst>
              <a:ext uri="{FF2B5EF4-FFF2-40B4-BE49-F238E27FC236}">
                <a16:creationId xmlns:a16="http://schemas.microsoft.com/office/drawing/2014/main" id="{AAEE9E0E-223B-28A3-DF4B-96B7E5997A2B}"/>
              </a:ext>
            </a:extLst>
          </p:cNvPr>
          <p:cNvGraphicFramePr>
            <a:graphicFrameLocks noGrp="1"/>
          </p:cNvGraphicFramePr>
          <p:nvPr>
            <p:extLst>
              <p:ext uri="{D42A27DB-BD31-4B8C-83A1-F6EECF244321}">
                <p14:modId xmlns:p14="http://schemas.microsoft.com/office/powerpoint/2010/main" val="765155825"/>
              </p:ext>
            </p:extLst>
          </p:nvPr>
        </p:nvGraphicFramePr>
        <p:xfrm>
          <a:off x="762000" y="1717288"/>
          <a:ext cx="9619026" cy="4516242"/>
        </p:xfrm>
        <a:graphic>
          <a:graphicData uri="http://schemas.openxmlformats.org/drawingml/2006/table">
            <a:tbl>
              <a:tblPr>
                <a:tableStyleId>{5C22544A-7EE6-4342-B048-85BDC9FD1C3A}</a:tableStyleId>
              </a:tblPr>
              <a:tblGrid>
                <a:gridCol w="3206342">
                  <a:extLst>
                    <a:ext uri="{9D8B030D-6E8A-4147-A177-3AD203B41FA5}">
                      <a16:colId xmlns:a16="http://schemas.microsoft.com/office/drawing/2014/main" val="630488809"/>
                    </a:ext>
                  </a:extLst>
                </a:gridCol>
                <a:gridCol w="3206342">
                  <a:extLst>
                    <a:ext uri="{9D8B030D-6E8A-4147-A177-3AD203B41FA5}">
                      <a16:colId xmlns:a16="http://schemas.microsoft.com/office/drawing/2014/main" val="750277565"/>
                    </a:ext>
                  </a:extLst>
                </a:gridCol>
                <a:gridCol w="3206342">
                  <a:extLst>
                    <a:ext uri="{9D8B030D-6E8A-4147-A177-3AD203B41FA5}">
                      <a16:colId xmlns:a16="http://schemas.microsoft.com/office/drawing/2014/main" val="3593373087"/>
                    </a:ext>
                  </a:extLst>
                </a:gridCol>
              </a:tblGrid>
              <a:tr h="384361">
                <a:tc>
                  <a:txBody>
                    <a:bodyPr/>
                    <a:lstStyle/>
                    <a:p>
                      <a:pPr>
                        <a:buNone/>
                      </a:pPr>
                      <a:r>
                        <a:rPr lang="en-IN" sz="1400"/>
                        <a:t>Area</a:t>
                      </a:r>
                    </a:p>
                  </a:txBody>
                  <a:tcPr marL="73463" marR="73463" marT="36731" marB="36731" anchor="ctr"/>
                </a:tc>
                <a:tc>
                  <a:txBody>
                    <a:bodyPr/>
                    <a:lstStyle/>
                    <a:p>
                      <a:pPr>
                        <a:buNone/>
                      </a:pPr>
                      <a:r>
                        <a:rPr lang="en-IN" sz="1400"/>
                        <a:t>Angular</a:t>
                      </a:r>
                    </a:p>
                  </a:txBody>
                  <a:tcPr marL="73463" marR="73463" marT="36731" marB="36731" anchor="ctr"/>
                </a:tc>
                <a:tc>
                  <a:txBody>
                    <a:bodyPr/>
                    <a:lstStyle/>
                    <a:p>
                      <a:pPr>
                        <a:buNone/>
                      </a:pPr>
                      <a:r>
                        <a:rPr lang="en-IN" sz="1400"/>
                        <a:t>React</a:t>
                      </a:r>
                    </a:p>
                  </a:txBody>
                  <a:tcPr marL="73463" marR="73463" marT="36731" marB="36731" anchor="ctr"/>
                </a:tc>
                <a:extLst>
                  <a:ext uri="{0D108BD9-81ED-4DB2-BD59-A6C34878D82A}">
                    <a16:rowId xmlns:a16="http://schemas.microsoft.com/office/drawing/2014/main" val="3954978034"/>
                  </a:ext>
                </a:extLst>
              </a:tr>
              <a:tr h="384361">
                <a:tc>
                  <a:txBody>
                    <a:bodyPr/>
                    <a:lstStyle/>
                    <a:p>
                      <a:pPr>
                        <a:buNone/>
                      </a:pPr>
                      <a:r>
                        <a:rPr lang="en-IN" sz="1400" dirty="0"/>
                        <a:t>Type</a:t>
                      </a:r>
                    </a:p>
                  </a:txBody>
                  <a:tcPr marL="73463" marR="73463" marT="36731" marB="36731" anchor="ctr"/>
                </a:tc>
                <a:tc>
                  <a:txBody>
                    <a:bodyPr/>
                    <a:lstStyle/>
                    <a:p>
                      <a:pPr>
                        <a:buNone/>
                      </a:pPr>
                      <a:r>
                        <a:rPr lang="en-IN" sz="1400"/>
                        <a:t>Full frontend framework</a:t>
                      </a:r>
                    </a:p>
                  </a:txBody>
                  <a:tcPr marL="73463" marR="73463" marT="36731" marB="36731" anchor="ctr"/>
                </a:tc>
                <a:tc>
                  <a:txBody>
                    <a:bodyPr/>
                    <a:lstStyle/>
                    <a:p>
                      <a:pPr>
                        <a:buNone/>
                      </a:pPr>
                      <a:r>
                        <a:rPr lang="en-IN" sz="1400"/>
                        <a:t>UI library</a:t>
                      </a:r>
                    </a:p>
                  </a:txBody>
                  <a:tcPr marL="73463" marR="73463" marT="36731" marB="36731" anchor="ctr"/>
                </a:tc>
                <a:extLst>
                  <a:ext uri="{0D108BD9-81ED-4DB2-BD59-A6C34878D82A}">
                    <a16:rowId xmlns:a16="http://schemas.microsoft.com/office/drawing/2014/main" val="3627196195"/>
                  </a:ext>
                </a:extLst>
              </a:tr>
              <a:tr h="384361">
                <a:tc>
                  <a:txBody>
                    <a:bodyPr/>
                    <a:lstStyle/>
                    <a:p>
                      <a:pPr>
                        <a:buNone/>
                      </a:pPr>
                      <a:r>
                        <a:rPr lang="en-IN" sz="1400"/>
                        <a:t>Language</a:t>
                      </a:r>
                    </a:p>
                  </a:txBody>
                  <a:tcPr marL="73463" marR="73463" marT="36731" marB="36731" anchor="ctr"/>
                </a:tc>
                <a:tc>
                  <a:txBody>
                    <a:bodyPr/>
                    <a:lstStyle/>
                    <a:p>
                      <a:pPr>
                        <a:buNone/>
                      </a:pPr>
                      <a:r>
                        <a:rPr lang="en-IN" sz="1400"/>
                        <a:t>TypeScript by default</a:t>
                      </a:r>
                    </a:p>
                  </a:txBody>
                  <a:tcPr marL="73463" marR="73463" marT="36731" marB="36731" anchor="ctr"/>
                </a:tc>
                <a:tc>
                  <a:txBody>
                    <a:bodyPr/>
                    <a:lstStyle/>
                    <a:p>
                      <a:pPr>
                        <a:buNone/>
                      </a:pPr>
                      <a:r>
                        <a:rPr lang="en-IN" sz="1400"/>
                        <a:t>JavaScript or TypeScript</a:t>
                      </a:r>
                    </a:p>
                  </a:txBody>
                  <a:tcPr marL="73463" marR="73463" marT="36731" marB="36731" anchor="ctr"/>
                </a:tc>
                <a:extLst>
                  <a:ext uri="{0D108BD9-81ED-4DB2-BD59-A6C34878D82A}">
                    <a16:rowId xmlns:a16="http://schemas.microsoft.com/office/drawing/2014/main" val="1615805397"/>
                  </a:ext>
                </a:extLst>
              </a:tr>
              <a:tr h="384361">
                <a:tc>
                  <a:txBody>
                    <a:bodyPr/>
                    <a:lstStyle/>
                    <a:p>
                      <a:pPr>
                        <a:buNone/>
                      </a:pPr>
                      <a:r>
                        <a:rPr lang="en-IN" sz="1400"/>
                        <a:t>Maintained by</a:t>
                      </a:r>
                    </a:p>
                  </a:txBody>
                  <a:tcPr marL="73463" marR="73463" marT="36731" marB="36731" anchor="ctr"/>
                </a:tc>
                <a:tc>
                  <a:txBody>
                    <a:bodyPr/>
                    <a:lstStyle/>
                    <a:p>
                      <a:pPr>
                        <a:buNone/>
                      </a:pPr>
                      <a:r>
                        <a:rPr lang="en-IN" sz="1400"/>
                        <a:t>Google</a:t>
                      </a:r>
                    </a:p>
                  </a:txBody>
                  <a:tcPr marL="73463" marR="73463" marT="36731" marB="36731" anchor="ctr"/>
                </a:tc>
                <a:tc>
                  <a:txBody>
                    <a:bodyPr/>
                    <a:lstStyle/>
                    <a:p>
                      <a:pPr>
                        <a:buNone/>
                      </a:pPr>
                      <a:r>
                        <a:rPr lang="en-IN" sz="1400"/>
                        <a:t>Meta</a:t>
                      </a:r>
                    </a:p>
                  </a:txBody>
                  <a:tcPr marL="73463" marR="73463" marT="36731" marB="36731" anchor="ctr"/>
                </a:tc>
                <a:extLst>
                  <a:ext uri="{0D108BD9-81ED-4DB2-BD59-A6C34878D82A}">
                    <a16:rowId xmlns:a16="http://schemas.microsoft.com/office/drawing/2014/main" val="1394108470"/>
                  </a:ext>
                </a:extLst>
              </a:tr>
              <a:tr h="960902">
                <a:tc>
                  <a:txBody>
                    <a:bodyPr/>
                    <a:lstStyle/>
                    <a:p>
                      <a:pPr>
                        <a:buNone/>
                      </a:pPr>
                      <a:r>
                        <a:rPr lang="en-IN" sz="1400" dirty="0"/>
                        <a:t>Built-in features</a:t>
                      </a:r>
                    </a:p>
                  </a:txBody>
                  <a:tcPr marL="73463" marR="73463" marT="36731" marB="36731" anchor="ctr"/>
                </a:tc>
                <a:tc>
                  <a:txBody>
                    <a:bodyPr/>
                    <a:lstStyle/>
                    <a:p>
                      <a:pPr>
                        <a:buNone/>
                      </a:pPr>
                      <a:r>
                        <a:rPr lang="en-IN" sz="1400"/>
                        <a:t>Routing, forms, HTTP client, dependency injection, testing support</a:t>
                      </a:r>
                    </a:p>
                  </a:txBody>
                  <a:tcPr marL="73463" marR="73463" marT="36731" marB="36731" anchor="ctr"/>
                </a:tc>
                <a:tc>
                  <a:txBody>
                    <a:bodyPr/>
                    <a:lstStyle/>
                    <a:p>
                      <a:pPr>
                        <a:buNone/>
                      </a:pPr>
                      <a:r>
                        <a:rPr lang="en-IN" sz="1400" dirty="0"/>
                        <a:t>Usually added through external libraries</a:t>
                      </a:r>
                    </a:p>
                  </a:txBody>
                  <a:tcPr marL="73463" marR="73463" marT="36731" marB="36731" anchor="ctr"/>
                </a:tc>
                <a:extLst>
                  <a:ext uri="{0D108BD9-81ED-4DB2-BD59-A6C34878D82A}">
                    <a16:rowId xmlns:a16="http://schemas.microsoft.com/office/drawing/2014/main" val="664944566"/>
                  </a:ext>
                </a:extLst>
              </a:tr>
              <a:tr h="960902">
                <a:tc>
                  <a:txBody>
                    <a:bodyPr/>
                    <a:lstStyle/>
                    <a:p>
                      <a:pPr>
                        <a:buNone/>
                      </a:pPr>
                      <a:r>
                        <a:rPr lang="en-IN" sz="1400" dirty="0"/>
                        <a:t>Best suited for</a:t>
                      </a:r>
                    </a:p>
                  </a:txBody>
                  <a:tcPr marL="73463" marR="73463" marT="36731" marB="36731" anchor="ctr"/>
                </a:tc>
                <a:tc>
                  <a:txBody>
                    <a:bodyPr/>
                    <a:lstStyle/>
                    <a:p>
                      <a:pPr>
                        <a:buNone/>
                      </a:pPr>
                      <a:r>
                        <a:rPr lang="en-IN" sz="1400"/>
                        <a:t>Large enterprise applications</a:t>
                      </a:r>
                    </a:p>
                  </a:txBody>
                  <a:tcPr marL="73463" marR="73463" marT="36731" marB="36731" anchor="ctr"/>
                </a:tc>
                <a:tc>
                  <a:txBody>
                    <a:bodyPr/>
                    <a:lstStyle/>
                    <a:p>
                      <a:pPr>
                        <a:buNone/>
                      </a:pPr>
                      <a:r>
                        <a:rPr lang="en-IN" sz="1400" dirty="0"/>
                        <a:t>Fast, flexible product development and UI-focused apps</a:t>
                      </a:r>
                    </a:p>
                  </a:txBody>
                  <a:tcPr marL="73463" marR="73463" marT="36731" marB="36731" anchor="ctr"/>
                </a:tc>
                <a:extLst>
                  <a:ext uri="{0D108BD9-81ED-4DB2-BD59-A6C34878D82A}">
                    <a16:rowId xmlns:a16="http://schemas.microsoft.com/office/drawing/2014/main" val="1906869161"/>
                  </a:ext>
                </a:extLst>
              </a:tr>
              <a:tr h="672633">
                <a:tc>
                  <a:txBody>
                    <a:bodyPr/>
                    <a:lstStyle/>
                    <a:p>
                      <a:pPr>
                        <a:buNone/>
                      </a:pPr>
                      <a:r>
                        <a:rPr lang="en-IN" sz="1400"/>
                        <a:t>State management</a:t>
                      </a:r>
                    </a:p>
                  </a:txBody>
                  <a:tcPr marL="73463" marR="73463" marT="36731" marB="36731" anchor="ctr"/>
                </a:tc>
                <a:tc>
                  <a:txBody>
                    <a:bodyPr/>
                    <a:lstStyle/>
                    <a:p>
                      <a:pPr>
                        <a:buNone/>
                      </a:pPr>
                      <a:r>
                        <a:rPr lang="en-IN" sz="1400"/>
                        <a:t>Services, RxJS, Signals, NgRx</a:t>
                      </a:r>
                    </a:p>
                  </a:txBody>
                  <a:tcPr marL="73463" marR="73463" marT="36731" marB="36731" anchor="ctr"/>
                </a:tc>
                <a:tc>
                  <a:txBody>
                    <a:bodyPr/>
                    <a:lstStyle/>
                    <a:p>
                      <a:pPr>
                        <a:buNone/>
                      </a:pPr>
                      <a:r>
                        <a:rPr lang="en-IN" sz="1400"/>
                        <a:t>State, Context, Redux, Zustand, etc.</a:t>
                      </a:r>
                    </a:p>
                  </a:txBody>
                  <a:tcPr marL="73463" marR="73463" marT="36731" marB="36731" anchor="ctr"/>
                </a:tc>
                <a:extLst>
                  <a:ext uri="{0D108BD9-81ED-4DB2-BD59-A6C34878D82A}">
                    <a16:rowId xmlns:a16="http://schemas.microsoft.com/office/drawing/2014/main" val="1208758443"/>
                  </a:ext>
                </a:extLst>
              </a:tr>
              <a:tr h="384361">
                <a:tc>
                  <a:txBody>
                    <a:bodyPr/>
                    <a:lstStyle/>
                    <a:p>
                      <a:pPr>
                        <a:buNone/>
                      </a:pPr>
                      <a:r>
                        <a:rPr lang="en-IN" sz="1400"/>
                        <a:t>Mobile option</a:t>
                      </a:r>
                    </a:p>
                  </a:txBody>
                  <a:tcPr marL="73463" marR="73463" marT="36731" marB="36731" anchor="ctr"/>
                </a:tc>
                <a:tc>
                  <a:txBody>
                    <a:bodyPr/>
                    <a:lstStyle/>
                    <a:p>
                      <a:pPr>
                        <a:buNone/>
                      </a:pPr>
                      <a:r>
                        <a:rPr lang="en-IN" sz="1400"/>
                        <a:t>Ionic / NativeScript</a:t>
                      </a:r>
                    </a:p>
                  </a:txBody>
                  <a:tcPr marL="73463" marR="73463" marT="36731" marB="36731" anchor="ctr"/>
                </a:tc>
                <a:tc>
                  <a:txBody>
                    <a:bodyPr/>
                    <a:lstStyle/>
                    <a:p>
                      <a:pPr>
                        <a:buNone/>
                      </a:pPr>
                      <a:r>
                        <a:rPr lang="en-IN" sz="1400" dirty="0"/>
                        <a:t>React Native</a:t>
                      </a:r>
                    </a:p>
                  </a:txBody>
                  <a:tcPr marL="73463" marR="73463" marT="36731" marB="36731" anchor="ctr"/>
                </a:tc>
                <a:extLst>
                  <a:ext uri="{0D108BD9-81ED-4DB2-BD59-A6C34878D82A}">
                    <a16:rowId xmlns:a16="http://schemas.microsoft.com/office/drawing/2014/main" val="1450580740"/>
                  </a:ext>
                </a:extLst>
              </a:tr>
            </a:tbl>
          </a:graphicData>
        </a:graphic>
      </p:graphicFrame>
    </p:spTree>
    <p:extLst>
      <p:ext uri="{BB962C8B-B14F-4D97-AF65-F5344CB8AC3E}">
        <p14:creationId xmlns:p14="http://schemas.microsoft.com/office/powerpoint/2010/main" val="1246174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AE4713F-572E-45B3-BF2E-13886E994307}"/>
              </a:ext>
            </a:extLst>
          </p:cNvPr>
          <p:cNvSpPr>
            <a:spLocks noGrp="1"/>
          </p:cNvSpPr>
          <p:nvPr>
            <p:ph type="ftr" idx="3"/>
          </p:nvPr>
        </p:nvSpPr>
        <p:spPr/>
        <p:txBody>
          <a:bodyPr/>
          <a:lstStyle/>
          <a:p>
            <a:r>
              <a:t>Angular application training</a:t>
            </a:r>
          </a:p>
        </p:txBody>
      </p:sp>
      <p:sp>
        <p:nvSpPr>
          <p:cNvPr id="3" name="Slide Number Placeholder 2">
            <a:extLst>
              <a:ext uri="{FF2B5EF4-FFF2-40B4-BE49-F238E27FC236}">
                <a16:creationId xmlns:a16="http://schemas.microsoft.com/office/drawing/2014/main" id="{F865E258-931D-476B-A833-D295A2455DFB}"/>
              </a:ext>
            </a:extLst>
          </p:cNvPr>
          <p:cNvSpPr>
            <a:spLocks noGrp="1"/>
          </p:cNvSpPr>
          <p:nvPr>
            <p:ph type="sldNum" idx="4"/>
          </p:nvPr>
        </p:nvSpPr>
        <p:spPr/>
        <p:txBody>
          <a:bodyPr/>
          <a:lstStyle/>
          <a:p>
            <a:fld id="{D3D7D1C8-AE23-AA48-DF65-C742588DBE47}" type="slidenum">
              <a:rPr/>
              <a:t>7</a:t>
            </a:fld>
            <a:endParaRPr/>
          </a:p>
        </p:txBody>
      </p:sp>
      <p:sp>
        <p:nvSpPr>
          <p:cNvPr id="4" name="Text Placeholder 3">
            <a:extLst>
              <a:ext uri="{FF2B5EF4-FFF2-40B4-BE49-F238E27FC236}">
                <a16:creationId xmlns:a16="http://schemas.microsoft.com/office/drawing/2014/main" id="{62C0DF61-A78F-4BB7-BDBE-C8D7E6EAE153}"/>
              </a:ext>
            </a:extLst>
          </p:cNvPr>
          <p:cNvSpPr>
            <a:spLocks noGrp="1"/>
          </p:cNvSpPr>
          <p:nvPr>
            <p:ph type="body" idx="12"/>
          </p:nvPr>
        </p:nvSpPr>
        <p:spPr/>
        <p:txBody>
          <a:bodyPr/>
          <a:lstStyle/>
          <a:p>
            <a:pPr marL="285750" indent="-285750">
              <a:buFont typeface="Arial"/>
              <a:buChar char="•"/>
            </a:pPr>
            <a:r>
              <a:rPr dirty="0"/>
              <a:t>Prerequisite: install a supported Node.js LTS release and </a:t>
            </a:r>
            <a:r>
              <a:rPr dirty="0" err="1"/>
              <a:t>npm</a:t>
            </a:r>
            <a:endParaRPr dirty="0"/>
          </a:p>
          <a:p>
            <a:pPr marL="285750" indent="-285750">
              <a:buFont typeface="Arial"/>
              <a:buChar char="•"/>
            </a:pPr>
            <a:r>
              <a:rPr dirty="0" err="1"/>
              <a:t>npm</a:t>
            </a:r>
            <a:r>
              <a:rPr dirty="0"/>
              <a:t> install -g @angular/cli</a:t>
            </a:r>
          </a:p>
          <a:p>
            <a:pPr marL="285750" indent="-285750">
              <a:buFont typeface="Arial"/>
              <a:buChar char="•"/>
            </a:pPr>
            <a:r>
              <a:rPr dirty="0"/>
              <a:t>ng new hello-angular</a:t>
            </a:r>
          </a:p>
          <a:p>
            <a:pPr marL="285750" indent="-285750">
              <a:buFont typeface="Arial"/>
              <a:buChar char="•"/>
            </a:pPr>
            <a:r>
              <a:rPr dirty="0"/>
              <a:t>cd hello-angular</a:t>
            </a:r>
          </a:p>
          <a:p>
            <a:pPr marL="285750" indent="-285750">
              <a:buFont typeface="Arial"/>
              <a:buChar char="•"/>
            </a:pPr>
            <a:r>
              <a:rPr dirty="0"/>
              <a:t>ng serve --open</a:t>
            </a:r>
          </a:p>
          <a:p>
            <a:pPr marL="285750" indent="-285750">
              <a:buFont typeface="Arial"/>
              <a:buChar char="•"/>
            </a:pPr>
            <a:r>
              <a:rPr dirty="0"/>
              <a:t>Edit </a:t>
            </a:r>
            <a:r>
              <a:rPr dirty="0" err="1"/>
              <a:t>src</a:t>
            </a:r>
            <a:r>
              <a:rPr dirty="0"/>
              <a:t>/app/</a:t>
            </a:r>
            <a:r>
              <a:rPr dirty="0" err="1"/>
              <a:t>app.html</a:t>
            </a:r>
            <a:r>
              <a:rPr dirty="0"/>
              <a:t>, then refresh the browser</a:t>
            </a:r>
          </a:p>
        </p:txBody>
      </p:sp>
      <p:sp>
        <p:nvSpPr>
          <p:cNvPr id="5" name="Title 4">
            <a:extLst>
              <a:ext uri="{FF2B5EF4-FFF2-40B4-BE49-F238E27FC236}">
                <a16:creationId xmlns:a16="http://schemas.microsoft.com/office/drawing/2014/main" id="{0D1411AD-BAE0-4BCD-B9EB-FB9AA001BD59}"/>
              </a:ext>
            </a:extLst>
          </p:cNvPr>
          <p:cNvSpPr>
            <a:spLocks noGrp="1"/>
          </p:cNvSpPr>
          <p:nvPr>
            <p:ph type="title"/>
          </p:nvPr>
        </p:nvSpPr>
        <p:spPr/>
        <p:txBody>
          <a:bodyPr/>
          <a:lstStyle/>
          <a:p>
            <a:r>
              <a:rPr dirty="0"/>
              <a:t>Let's code</a:t>
            </a:r>
          </a:p>
        </p:txBody>
      </p:sp>
    </p:spTree>
    <p:extLst>
      <p:ext uri="{BB962C8B-B14F-4D97-AF65-F5344CB8AC3E}">
        <p14:creationId xmlns:p14="http://schemas.microsoft.com/office/powerpoint/2010/main" val="1246174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sing-title">
            <a:extLst>
              <a:ext uri="{FF2B5EF4-FFF2-40B4-BE49-F238E27FC236}">
                <a16:creationId xmlns:a16="http://schemas.microsoft.com/office/drawing/2014/main" id="{D4A78AF8-4B81-4F40-A989-5263C0351F68}"/>
              </a:ext>
            </a:extLst>
          </p:cNvPr>
          <p:cNvSpPr>
            <a:spLocks noGrp="1"/>
          </p:cNvSpPr>
          <p:nvPr/>
        </p:nvSpPr>
        <p:spPr>
          <a:xfrm>
            <a:off x="1047750" y="1381125"/>
            <a:ext cx="10096500" cy="1752368"/>
          </a:xfrm>
          <a:prstGeom prst="rect">
            <a:avLst/>
          </a:prstGeom>
          <a:noFill/>
          <a:ln w="0">
            <a:noFill/>
          </a:ln>
        </p:spPr>
        <p:txBody>
          <a:bodyPr>
            <a:normAutofit fontScale="70000" lnSpcReduction="20000"/>
          </a:bodyPr>
          <a:lstStyle/>
          <a:p>
            <a:pPr algn="ctr">
              <a:defRPr sz="3600" b="0">
                <a:solidFill>
                  <a:srgbClr val="2F2A27"/>
                </a:solidFill>
                <a:latin typeface="Georgia"/>
                <a:ea typeface="Georgia"/>
                <a:cs typeface="Georgia"/>
              </a:defRPr>
            </a:pPr>
            <a:r>
              <a:rPr sz="3600" b="0" dirty="0">
                <a:solidFill>
                  <a:srgbClr val="2F2A27"/>
                </a:solidFill>
                <a:latin typeface="Georgia"/>
                <a:ea typeface="Georgia"/>
                <a:cs typeface="Georgia"/>
              </a:rPr>
              <a:t>Thank</a:t>
            </a:r>
            <a:r>
              <a:rPr lang="en-US" sz="3600" b="0" dirty="0">
                <a:solidFill>
                  <a:srgbClr val="2F2A27"/>
                </a:solidFill>
                <a:latin typeface="Georgia"/>
                <a:ea typeface="Georgia"/>
                <a:cs typeface="Georgia"/>
              </a:rPr>
              <a:t> You</a:t>
            </a:r>
            <a:br>
              <a:rPr lang="en-US" sz="3600" b="0" dirty="0">
                <a:solidFill>
                  <a:srgbClr val="2F2A27"/>
                </a:solidFill>
                <a:latin typeface="Georgia"/>
                <a:ea typeface="Georgia"/>
                <a:cs typeface="Georgia"/>
              </a:rPr>
            </a:br>
            <a:endParaRPr lang="en-US" sz="3600" b="0" dirty="0">
              <a:solidFill>
                <a:srgbClr val="2F2A27"/>
              </a:solidFill>
              <a:latin typeface="Georgia"/>
              <a:ea typeface="Georgia"/>
              <a:cs typeface="Georgia"/>
            </a:endParaRPr>
          </a:p>
          <a:p>
            <a:pPr algn="ctr">
              <a:defRPr sz="3600" b="0">
                <a:solidFill>
                  <a:srgbClr val="2F2A27"/>
                </a:solidFill>
                <a:latin typeface="Georgia"/>
                <a:ea typeface="Georgia"/>
                <a:cs typeface="Georgia"/>
              </a:defRPr>
            </a:pPr>
            <a:r>
              <a:rPr lang="en-US" sz="3600" dirty="0">
                <a:solidFill>
                  <a:srgbClr val="2F2A27"/>
                </a:solidFill>
                <a:latin typeface="Georgia"/>
                <a:ea typeface="Georgia"/>
                <a:cs typeface="Georgia"/>
              </a:rPr>
              <a:t>Any Questions?</a:t>
            </a:r>
          </a:p>
          <a:p>
            <a:pPr>
              <a:defRPr sz="3600" b="0">
                <a:solidFill>
                  <a:srgbClr val="2F2A27"/>
                </a:solidFill>
                <a:latin typeface="Georgia"/>
                <a:ea typeface="Georgia"/>
                <a:cs typeface="Georgia"/>
              </a:defRPr>
            </a:pPr>
            <a:br>
              <a:rPr lang="en-US" sz="3600" b="0" dirty="0">
                <a:solidFill>
                  <a:srgbClr val="2F2A27"/>
                </a:solidFill>
                <a:latin typeface="Georgia"/>
                <a:ea typeface="Georgia"/>
                <a:cs typeface="Georgia"/>
              </a:rPr>
            </a:br>
            <a:endParaRPr sz="3600" b="0" dirty="0">
              <a:solidFill>
                <a:srgbClr val="2F2A27"/>
              </a:solidFill>
              <a:latin typeface="Georgia"/>
              <a:ea typeface="Georgia"/>
              <a:cs typeface="Georgia"/>
            </a:endParaRPr>
          </a:p>
        </p:txBody>
      </p:sp>
    </p:spTree>
    <p:extLst>
      <p:ext uri="{BB962C8B-B14F-4D97-AF65-F5344CB8AC3E}">
        <p14:creationId xmlns:p14="http://schemas.microsoft.com/office/powerpoint/2010/main" val="1614617027"/>
      </p:ext>
    </p:extLst>
  </p:cSld>
  <p:clrMapOvr>
    <a:masterClrMapping/>
  </p:clrMapOvr>
</p:sld>
</file>

<file path=ppt/theme/theme1.xml><?xml version="1.0" encoding="utf-8"?>
<a:theme xmlns:a="http://schemas.openxmlformats.org/drawingml/2006/main" name="Parent Master">
  <a:themeElements>
    <a:clrScheme name="Redwood">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Redwood">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Parent Master">
  <a:themeElements>
    <a:clrScheme name="Redwood">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Redwood">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825c952f-1947-4719-99e7-7bc5a76060a8}" enabled="1" method="Standard" siteId="{4e2c6054-71cb-48f1-bd6c-3a9705aca71b}" contentBits="3" removed="0"/>
</clbl:labelList>
</file>

<file path=docProps/app.xml><?xml version="1.0" encoding="utf-8"?>
<Properties xmlns="http://schemas.openxmlformats.org/officeDocument/2006/extended-properties" xmlns:vt="http://schemas.openxmlformats.org/officeDocument/2006/docPropsVTypes">
  <TotalTime>231</TotalTime>
  <Words>733</Words>
  <Application>Microsoft Macintosh PowerPoint</Application>
  <DocSecurity>0</DocSecurity>
  <PresentationFormat>Widescreen</PresentationFormat>
  <Paragraphs>88</Paragraphs>
  <Slides>8</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Arial</vt:lpstr>
      <vt:lpstr>Georgia</vt:lpstr>
      <vt:lpstr>Oracle Sans</vt:lpstr>
      <vt:lpstr>Oracle Sans Light</vt:lpstr>
      <vt:lpstr>System Font Regular</vt:lpstr>
      <vt:lpstr>Parent Master</vt:lpstr>
      <vt:lpstr>PowerPoint Presentation</vt:lpstr>
      <vt:lpstr>Introduction</vt:lpstr>
      <vt:lpstr>Web development stack</vt:lpstr>
      <vt:lpstr>From HTML to Angular: Frontend Stack</vt:lpstr>
      <vt:lpstr>Why Angular?</vt:lpstr>
      <vt:lpstr>Angular vs React</vt:lpstr>
      <vt:lpstr>Let's code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sanjay samantra</cp:lastModifiedBy>
  <cp:revision>3</cp:revision>
  <dcterms:created xsi:type="dcterms:W3CDTF">2026-10-07T06:13:50Z</dcterms:created>
  <dcterms:modified xsi:type="dcterms:W3CDTF">2026-10-07T10:34:32Z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Parent Master:7</vt:lpwstr>
  </property>
  <property fmtid="{D5CDD505-2E9C-101B-9397-08002B2CF9AE}" pid="3" name="ClassificationContentMarkingFooterText">
    <vt:lpwstr>Confidential - Oracle Restricted \Employees Only</vt:lpwstr>
  </property>
  <property fmtid="{D5CDD505-2E9C-101B-9397-08002B2CF9AE}" pid="4" name="ClassificationContentMarkingHeaderLocations">
    <vt:lpwstr>Parent Master:6</vt:lpwstr>
  </property>
  <property fmtid="{D5CDD505-2E9C-101B-9397-08002B2CF9AE}" pid="5" name="ClassificationContentMarkingHeaderText">
    <vt:lpwstr>Confidential - Oracle Restricted \Employees Only</vt:lpwstr>
  </property>
</Properties>
</file>